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9"/>
  </p:notesMasterIdLst>
  <p:sldIdLst>
    <p:sldId id="343" r:id="rId2"/>
    <p:sldId id="344" r:id="rId3"/>
    <p:sldId id="260" r:id="rId4"/>
    <p:sldId id="288" r:id="rId5"/>
    <p:sldId id="309" r:id="rId6"/>
    <p:sldId id="289" r:id="rId7"/>
    <p:sldId id="290" r:id="rId8"/>
    <p:sldId id="349" r:id="rId9"/>
    <p:sldId id="291" r:id="rId10"/>
    <p:sldId id="351" r:id="rId11"/>
    <p:sldId id="335" r:id="rId12"/>
    <p:sldId id="261" r:id="rId13"/>
    <p:sldId id="292" r:id="rId14"/>
    <p:sldId id="293" r:id="rId15"/>
    <p:sldId id="264" r:id="rId16"/>
    <p:sldId id="266" r:id="rId17"/>
    <p:sldId id="345" r:id="rId18"/>
    <p:sldId id="338" r:id="rId19"/>
    <p:sldId id="268" r:id="rId20"/>
    <p:sldId id="271" r:id="rId21"/>
    <p:sldId id="272" r:id="rId22"/>
    <p:sldId id="273" r:id="rId23"/>
    <p:sldId id="274" r:id="rId24"/>
    <p:sldId id="275" r:id="rId25"/>
    <p:sldId id="277" r:id="rId26"/>
    <p:sldId id="334" r:id="rId27"/>
    <p:sldId id="336" r:id="rId28"/>
    <p:sldId id="340" r:id="rId29"/>
    <p:sldId id="368" r:id="rId30"/>
    <p:sldId id="339" r:id="rId31"/>
    <p:sldId id="348" r:id="rId32"/>
    <p:sldId id="341" r:id="rId33"/>
    <p:sldId id="342" r:id="rId34"/>
    <p:sldId id="270" r:id="rId35"/>
    <p:sldId id="297" r:id="rId36"/>
    <p:sldId id="281" r:id="rId37"/>
    <p:sldId id="295" r:id="rId38"/>
    <p:sldId id="283" r:id="rId39"/>
    <p:sldId id="284" r:id="rId40"/>
    <p:sldId id="282" r:id="rId41"/>
    <p:sldId id="285" r:id="rId42"/>
    <p:sldId id="286" r:id="rId43"/>
    <p:sldId id="298" r:id="rId44"/>
    <p:sldId id="299" r:id="rId45"/>
    <p:sldId id="300" r:id="rId46"/>
    <p:sldId id="346" r:id="rId47"/>
    <p:sldId id="350" r:id="rId48"/>
    <p:sldId id="303" r:id="rId49"/>
    <p:sldId id="305" r:id="rId50"/>
    <p:sldId id="306" r:id="rId51"/>
    <p:sldId id="353" r:id="rId52"/>
    <p:sldId id="304" r:id="rId53"/>
    <p:sldId id="307" r:id="rId54"/>
    <p:sldId id="308" r:id="rId55"/>
    <p:sldId id="310" r:id="rId56"/>
    <p:sldId id="311" r:id="rId57"/>
    <p:sldId id="312" r:id="rId58"/>
    <p:sldId id="313" r:id="rId59"/>
    <p:sldId id="315" r:id="rId60"/>
    <p:sldId id="314" r:id="rId61"/>
    <p:sldId id="369" r:id="rId62"/>
    <p:sldId id="316" r:id="rId63"/>
    <p:sldId id="317" r:id="rId64"/>
    <p:sldId id="352" r:id="rId65"/>
    <p:sldId id="319" r:id="rId66"/>
    <p:sldId id="354" r:id="rId67"/>
    <p:sldId id="320" r:id="rId68"/>
    <p:sldId id="355" r:id="rId69"/>
    <p:sldId id="356" r:id="rId70"/>
    <p:sldId id="357" r:id="rId71"/>
    <p:sldId id="325" r:id="rId72"/>
    <p:sldId id="326" r:id="rId73"/>
    <p:sldId id="327" r:id="rId74"/>
    <p:sldId id="328" r:id="rId75"/>
    <p:sldId id="358" r:id="rId76"/>
    <p:sldId id="359" r:id="rId77"/>
    <p:sldId id="360" r:id="rId78"/>
    <p:sldId id="361" r:id="rId79"/>
    <p:sldId id="362" r:id="rId80"/>
    <p:sldId id="363" r:id="rId81"/>
    <p:sldId id="364" r:id="rId82"/>
    <p:sldId id="365" r:id="rId83"/>
    <p:sldId id="329" r:id="rId84"/>
    <p:sldId id="330" r:id="rId85"/>
    <p:sldId id="332" r:id="rId86"/>
    <p:sldId id="331" r:id="rId87"/>
    <p:sldId id="333" r:id="rId8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AB1"/>
    <a:srgbClr val="9FD9F5"/>
    <a:srgbClr val="498D55"/>
    <a:srgbClr val="E8D692"/>
    <a:srgbClr val="FCB216"/>
    <a:srgbClr val="B4B4B4"/>
    <a:srgbClr val="49D5A6"/>
    <a:srgbClr val="FFDB00"/>
    <a:srgbClr val="141621"/>
    <a:srgbClr val="FF8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4322D3-BEB4-4DD6-B4DC-6EA1B1956E71}" v="18" dt="2026-03-04T11:19:04.663"/>
    <p1510:client id="{FBA40B2C-1DA5-4FFE-98C6-242C2994C32D}" v="27" dt="2026-03-03T12:47:18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-5" y="9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武蔵附属_2023016056" userId="6cd61804-873e-4768-8bfe-3e25a26688f5" providerId="ADAL" clId="{8C9630F6-3F8F-40CF-A7C9-1BEEC5DABDF9}"/>
    <pc:docChg chg="undo custSel delSld modSld">
      <pc:chgData name="武蔵附属_2023016056" userId="6cd61804-873e-4768-8bfe-3e25a26688f5" providerId="ADAL" clId="{8C9630F6-3F8F-40CF-A7C9-1BEEC5DABDF9}" dt="2026-03-02T07:52:57.513" v="211" actId="2696"/>
      <pc:docMkLst>
        <pc:docMk/>
      </pc:docMkLst>
      <pc:sldChg chg="del">
        <pc:chgData name="武蔵附属_2023016056" userId="6cd61804-873e-4768-8bfe-3e25a26688f5" providerId="ADAL" clId="{8C9630F6-3F8F-40CF-A7C9-1BEEC5DABDF9}" dt="2026-03-02T07:49:38.930" v="183" actId="47"/>
        <pc:sldMkLst>
          <pc:docMk/>
          <pc:sldMk cId="521360241" sldId="256"/>
        </pc:sldMkLst>
      </pc:sldChg>
      <pc:sldChg chg="del">
        <pc:chgData name="武蔵附属_2023016056" userId="6cd61804-873e-4768-8bfe-3e25a26688f5" providerId="ADAL" clId="{8C9630F6-3F8F-40CF-A7C9-1BEEC5DABDF9}" dt="2026-03-02T07:49:39.405" v="184" actId="47"/>
        <pc:sldMkLst>
          <pc:docMk/>
          <pc:sldMk cId="700699472" sldId="257"/>
        </pc:sldMkLst>
      </pc:sldChg>
      <pc:sldChg chg="del">
        <pc:chgData name="武蔵附属_2023016056" userId="6cd61804-873e-4768-8bfe-3e25a26688f5" providerId="ADAL" clId="{8C9630F6-3F8F-40CF-A7C9-1BEEC5DABDF9}" dt="2026-03-02T07:49:38.249" v="182" actId="47"/>
        <pc:sldMkLst>
          <pc:docMk/>
          <pc:sldMk cId="256214780" sldId="258"/>
        </pc:sldMkLst>
      </pc:sldChg>
      <pc:sldChg chg="del">
        <pc:chgData name="武蔵附属_2023016056" userId="6cd61804-873e-4768-8bfe-3e25a26688f5" providerId="ADAL" clId="{8C9630F6-3F8F-40CF-A7C9-1BEEC5DABDF9}" dt="2026-03-02T07:49:39.967" v="185" actId="47"/>
        <pc:sldMkLst>
          <pc:docMk/>
          <pc:sldMk cId="1849404462" sldId="259"/>
        </pc:sldMkLst>
      </pc:sldChg>
      <pc:sldChg chg="delSp mod">
        <pc:chgData name="武蔵附属_2023016056" userId="6cd61804-873e-4768-8bfe-3e25a26688f5" providerId="ADAL" clId="{8C9630F6-3F8F-40CF-A7C9-1BEEC5DABDF9}" dt="2026-03-02T07:51:50.524" v="196" actId="478"/>
        <pc:sldMkLst>
          <pc:docMk/>
          <pc:sldMk cId="2877530602" sldId="260"/>
        </pc:sldMkLst>
        <pc:spChg chg="del">
          <ac:chgData name="武蔵附属_2023016056" userId="6cd61804-873e-4768-8bfe-3e25a26688f5" providerId="ADAL" clId="{8C9630F6-3F8F-40CF-A7C9-1BEEC5DABDF9}" dt="2026-03-02T07:51:50.524" v="196" actId="478"/>
          <ac:spMkLst>
            <pc:docMk/>
            <pc:sldMk cId="2877530602" sldId="260"/>
            <ac:spMk id="10" creationId="{D7B7C432-B0D8-C4F9-F117-29D49EE1ACBC}"/>
          </ac:spMkLst>
        </pc:spChg>
      </pc:sldChg>
      <pc:sldChg chg="delSp mod">
        <pc:chgData name="武蔵附属_2023016056" userId="6cd61804-873e-4768-8bfe-3e25a26688f5" providerId="ADAL" clId="{8C9630F6-3F8F-40CF-A7C9-1BEEC5DABDF9}" dt="2026-03-02T07:52:16.503" v="206" actId="478"/>
        <pc:sldMkLst>
          <pc:docMk/>
          <pc:sldMk cId="2992654782" sldId="273"/>
        </pc:sldMkLst>
        <pc:spChg chg="del">
          <ac:chgData name="武蔵附属_2023016056" userId="6cd61804-873e-4768-8bfe-3e25a26688f5" providerId="ADAL" clId="{8C9630F6-3F8F-40CF-A7C9-1BEEC5DABDF9}" dt="2026-03-02T07:52:16.503" v="206" actId="478"/>
          <ac:spMkLst>
            <pc:docMk/>
            <pc:sldMk cId="2992654782" sldId="273"/>
            <ac:spMk id="10" creationId="{5CF5FA35-82FA-24CA-A66A-12DF977695F1}"/>
          </ac:spMkLst>
        </pc:spChg>
      </pc:sldChg>
      <pc:sldChg chg="delSp mod">
        <pc:chgData name="武蔵附属_2023016056" userId="6cd61804-873e-4768-8bfe-3e25a26688f5" providerId="ADAL" clId="{8C9630F6-3F8F-40CF-A7C9-1BEEC5DABDF9}" dt="2026-03-02T07:51:46.329" v="195" actId="478"/>
        <pc:sldMkLst>
          <pc:docMk/>
          <pc:sldMk cId="567228569" sldId="288"/>
        </pc:sldMkLst>
        <pc:spChg chg="del">
          <ac:chgData name="武蔵附属_2023016056" userId="6cd61804-873e-4768-8bfe-3e25a26688f5" providerId="ADAL" clId="{8C9630F6-3F8F-40CF-A7C9-1BEEC5DABDF9}" dt="2026-03-02T07:51:46.329" v="195" actId="478"/>
          <ac:spMkLst>
            <pc:docMk/>
            <pc:sldMk cId="567228569" sldId="288"/>
            <ac:spMk id="10" creationId="{71C6208C-FDA4-3A44-6BC9-86135A95A6CC}"/>
          </ac:spMkLst>
        </pc:spChg>
      </pc:sldChg>
      <pc:sldChg chg="delSp mod">
        <pc:chgData name="武蔵附属_2023016056" userId="6cd61804-873e-4768-8bfe-3e25a26688f5" providerId="ADAL" clId="{8C9630F6-3F8F-40CF-A7C9-1BEEC5DABDF9}" dt="2026-03-02T07:52:03.789" v="201" actId="478"/>
        <pc:sldMkLst>
          <pc:docMk/>
          <pc:sldMk cId="640976991" sldId="290"/>
        </pc:sldMkLst>
        <pc:spChg chg="del">
          <ac:chgData name="武蔵附属_2023016056" userId="6cd61804-873e-4768-8bfe-3e25a26688f5" providerId="ADAL" clId="{8C9630F6-3F8F-40CF-A7C9-1BEEC5DABDF9}" dt="2026-03-02T07:52:03.789" v="201" actId="478"/>
          <ac:spMkLst>
            <pc:docMk/>
            <pc:sldMk cId="640976991" sldId="290"/>
            <ac:spMk id="10" creationId="{85AA06CF-9DA2-DB80-9F2F-1976471B8DBA}"/>
          </ac:spMkLst>
        </pc:spChg>
      </pc:sldChg>
      <pc:sldChg chg="delSp mod">
        <pc:chgData name="武蔵附属_2023016056" userId="6cd61804-873e-4768-8bfe-3e25a26688f5" providerId="ADAL" clId="{8C9630F6-3F8F-40CF-A7C9-1BEEC5DABDF9}" dt="2026-03-02T07:52:07.812" v="203" actId="478"/>
        <pc:sldMkLst>
          <pc:docMk/>
          <pc:sldMk cId="2315226473" sldId="291"/>
        </pc:sldMkLst>
        <pc:spChg chg="del">
          <ac:chgData name="武蔵附属_2023016056" userId="6cd61804-873e-4768-8bfe-3e25a26688f5" providerId="ADAL" clId="{8C9630F6-3F8F-40CF-A7C9-1BEEC5DABDF9}" dt="2026-03-02T07:52:07.812" v="203" actId="478"/>
          <ac:spMkLst>
            <pc:docMk/>
            <pc:sldMk cId="2315226473" sldId="291"/>
            <ac:spMk id="10" creationId="{99713072-0F10-6469-72D0-3BBD09C61BFF}"/>
          </ac:spMkLst>
        </pc:spChg>
      </pc:sldChg>
      <pc:sldChg chg="addSp delSp mod">
        <pc:chgData name="武蔵附属_2023016056" userId="6cd61804-873e-4768-8bfe-3e25a26688f5" providerId="ADAL" clId="{8C9630F6-3F8F-40CF-A7C9-1BEEC5DABDF9}" dt="2026-03-02T07:52:00.560" v="200" actId="478"/>
        <pc:sldMkLst>
          <pc:docMk/>
          <pc:sldMk cId="420984122" sldId="309"/>
        </pc:sldMkLst>
        <pc:spChg chg="add del">
          <ac:chgData name="武蔵附属_2023016056" userId="6cd61804-873e-4768-8bfe-3e25a26688f5" providerId="ADAL" clId="{8C9630F6-3F8F-40CF-A7C9-1BEEC5DABDF9}" dt="2026-03-02T07:52:00.560" v="200" actId="478"/>
          <ac:spMkLst>
            <pc:docMk/>
            <pc:sldMk cId="420984122" sldId="309"/>
            <ac:spMk id="10" creationId="{0653DAFF-8DD5-1943-19BE-5BE37254F898}"/>
          </ac:spMkLst>
        </pc:spChg>
      </pc:sldChg>
      <pc:sldChg chg="del">
        <pc:chgData name="武蔵附属_2023016056" userId="6cd61804-873e-4768-8bfe-3e25a26688f5" providerId="ADAL" clId="{8C9630F6-3F8F-40CF-A7C9-1BEEC5DABDF9}" dt="2026-03-02T07:51:25.714" v="194" actId="2696"/>
        <pc:sldMkLst>
          <pc:docMk/>
          <pc:sldMk cId="3939273575" sldId="321"/>
        </pc:sldMkLst>
      </pc:sldChg>
      <pc:sldChg chg="del">
        <pc:chgData name="武蔵附属_2023016056" userId="6cd61804-873e-4768-8bfe-3e25a26688f5" providerId="ADAL" clId="{8C9630F6-3F8F-40CF-A7C9-1BEEC5DABDF9}" dt="2026-03-02T07:51:25.714" v="194" actId="2696"/>
        <pc:sldMkLst>
          <pc:docMk/>
          <pc:sldMk cId="2990068710" sldId="322"/>
        </pc:sldMkLst>
      </pc:sldChg>
      <pc:sldChg chg="del">
        <pc:chgData name="武蔵附属_2023016056" userId="6cd61804-873e-4768-8bfe-3e25a26688f5" providerId="ADAL" clId="{8C9630F6-3F8F-40CF-A7C9-1BEEC5DABDF9}" dt="2026-03-02T07:51:25.714" v="194" actId="2696"/>
        <pc:sldMkLst>
          <pc:docMk/>
          <pc:sldMk cId="1735661987" sldId="323"/>
        </pc:sldMkLst>
      </pc:sldChg>
      <pc:sldChg chg="del">
        <pc:chgData name="武蔵附属_2023016056" userId="6cd61804-873e-4768-8bfe-3e25a26688f5" providerId="ADAL" clId="{8C9630F6-3F8F-40CF-A7C9-1BEEC5DABDF9}" dt="2026-03-02T07:51:25.714" v="194" actId="2696"/>
        <pc:sldMkLst>
          <pc:docMk/>
          <pc:sldMk cId="1653915095" sldId="324"/>
        </pc:sldMkLst>
      </pc:sldChg>
      <pc:sldChg chg="modSp mod">
        <pc:chgData name="武蔵附属_2023016056" userId="6cd61804-873e-4768-8bfe-3e25a26688f5" providerId="ADAL" clId="{8C9630F6-3F8F-40CF-A7C9-1BEEC5DABDF9}" dt="2026-03-02T07:52:50.141" v="210" actId="20577"/>
        <pc:sldMkLst>
          <pc:docMk/>
          <pc:sldMk cId="1950576170" sldId="329"/>
        </pc:sldMkLst>
        <pc:spChg chg="mod">
          <ac:chgData name="武蔵附属_2023016056" userId="6cd61804-873e-4768-8bfe-3e25a26688f5" providerId="ADAL" clId="{8C9630F6-3F8F-40CF-A7C9-1BEEC5DABDF9}" dt="2026-03-02T07:52:50.141" v="210" actId="20577"/>
          <ac:spMkLst>
            <pc:docMk/>
            <pc:sldMk cId="1950576170" sldId="329"/>
            <ac:spMk id="15" creationId="{9CCD6407-7D95-F551-FBD0-2DFDC1D3F369}"/>
          </ac:spMkLst>
        </pc:spChg>
      </pc:sldChg>
      <pc:sldChg chg="delSp mod">
        <pc:chgData name="武蔵附属_2023016056" userId="6cd61804-873e-4768-8bfe-3e25a26688f5" providerId="ADAL" clId="{8C9630F6-3F8F-40CF-A7C9-1BEEC5DABDF9}" dt="2026-03-02T07:52:09.933" v="205" actId="478"/>
        <pc:sldMkLst>
          <pc:docMk/>
          <pc:sldMk cId="3248391934" sldId="335"/>
        </pc:sldMkLst>
        <pc:spChg chg="del">
          <ac:chgData name="武蔵附属_2023016056" userId="6cd61804-873e-4768-8bfe-3e25a26688f5" providerId="ADAL" clId="{8C9630F6-3F8F-40CF-A7C9-1BEEC5DABDF9}" dt="2026-03-02T07:52:09.933" v="205" actId="478"/>
          <ac:spMkLst>
            <pc:docMk/>
            <pc:sldMk cId="3248391934" sldId="335"/>
            <ac:spMk id="10" creationId="{A3EEBDFB-CA8C-52E4-7F00-911A385EA4A3}"/>
          </ac:spMkLst>
        </pc:spChg>
      </pc:sldChg>
      <pc:sldChg chg="modSp mod">
        <pc:chgData name="武蔵附属_2023016056" userId="6cd61804-873e-4768-8bfe-3e25a26688f5" providerId="ADAL" clId="{8C9630F6-3F8F-40CF-A7C9-1BEEC5DABDF9}" dt="2026-03-02T07:50:16.273" v="187" actId="1076"/>
        <pc:sldMkLst>
          <pc:docMk/>
          <pc:sldMk cId="2489525838" sldId="343"/>
        </pc:sldMkLst>
        <pc:spChg chg="mod">
          <ac:chgData name="武蔵附属_2023016056" userId="6cd61804-873e-4768-8bfe-3e25a26688f5" providerId="ADAL" clId="{8C9630F6-3F8F-40CF-A7C9-1BEEC5DABDF9}" dt="2026-03-02T07:50:16.273" v="187" actId="1076"/>
          <ac:spMkLst>
            <pc:docMk/>
            <pc:sldMk cId="2489525838" sldId="343"/>
            <ac:spMk id="3" creationId="{723B16D3-948F-2BE7-02F5-0872B1F098E8}"/>
          </ac:spMkLst>
        </pc:spChg>
        <pc:spChg chg="mod">
          <ac:chgData name="武蔵附属_2023016056" userId="6cd61804-873e-4768-8bfe-3e25a26688f5" providerId="ADAL" clId="{8C9630F6-3F8F-40CF-A7C9-1BEEC5DABDF9}" dt="2026-03-02T07:50:04.625" v="186" actId="1076"/>
          <ac:spMkLst>
            <pc:docMk/>
            <pc:sldMk cId="2489525838" sldId="343"/>
            <ac:spMk id="9" creationId="{EEDF7D70-5B0A-84F3-B6CB-5A6B1C92901E}"/>
          </ac:spMkLst>
        </pc:spChg>
        <pc:spChg chg="mod">
          <ac:chgData name="武蔵附属_2023016056" userId="6cd61804-873e-4768-8bfe-3e25a26688f5" providerId="ADAL" clId="{8C9630F6-3F8F-40CF-A7C9-1BEEC5DABDF9}" dt="2026-03-02T07:50:16.273" v="187" actId="1076"/>
          <ac:spMkLst>
            <pc:docMk/>
            <pc:sldMk cId="2489525838" sldId="343"/>
            <ac:spMk id="10" creationId="{29453C72-0160-B246-46CF-D153DBA7CE11}"/>
          </ac:spMkLst>
        </pc:spChg>
      </pc:sldChg>
      <pc:sldChg chg="delSp mod">
        <pc:chgData name="武蔵附属_2023016056" userId="6cd61804-873e-4768-8bfe-3e25a26688f5" providerId="ADAL" clId="{8C9630F6-3F8F-40CF-A7C9-1BEEC5DABDF9}" dt="2026-03-02T07:51:54.039" v="197" actId="478"/>
        <pc:sldMkLst>
          <pc:docMk/>
          <pc:sldMk cId="3549810104" sldId="344"/>
        </pc:sldMkLst>
        <pc:spChg chg="del">
          <ac:chgData name="武蔵附属_2023016056" userId="6cd61804-873e-4768-8bfe-3e25a26688f5" providerId="ADAL" clId="{8C9630F6-3F8F-40CF-A7C9-1BEEC5DABDF9}" dt="2026-03-02T07:51:54.039" v="197" actId="478"/>
          <ac:spMkLst>
            <pc:docMk/>
            <pc:sldMk cId="3549810104" sldId="344"/>
            <ac:spMk id="10" creationId="{5AB4FFB6-3D92-990F-6ED6-2ED98B42A045}"/>
          </ac:spMkLst>
        </pc:spChg>
      </pc:sldChg>
      <pc:sldChg chg="delSp mod">
        <pc:chgData name="武蔵附属_2023016056" userId="6cd61804-873e-4768-8bfe-3e25a26688f5" providerId="ADAL" clId="{8C9630F6-3F8F-40CF-A7C9-1BEEC5DABDF9}" dt="2026-03-02T07:52:06.441" v="202" actId="478"/>
        <pc:sldMkLst>
          <pc:docMk/>
          <pc:sldMk cId="1940260438" sldId="349"/>
        </pc:sldMkLst>
        <pc:spChg chg="del">
          <ac:chgData name="武蔵附属_2023016056" userId="6cd61804-873e-4768-8bfe-3e25a26688f5" providerId="ADAL" clId="{8C9630F6-3F8F-40CF-A7C9-1BEEC5DABDF9}" dt="2026-03-02T07:52:06.441" v="202" actId="478"/>
          <ac:spMkLst>
            <pc:docMk/>
            <pc:sldMk cId="1940260438" sldId="349"/>
            <ac:spMk id="10" creationId="{5E6EFA2A-3379-85A8-E352-397B044FC251}"/>
          </ac:spMkLst>
        </pc:spChg>
      </pc:sldChg>
      <pc:sldChg chg="delSp mod">
        <pc:chgData name="武蔵附属_2023016056" userId="6cd61804-873e-4768-8bfe-3e25a26688f5" providerId="ADAL" clId="{8C9630F6-3F8F-40CF-A7C9-1BEEC5DABDF9}" dt="2026-03-02T07:52:27.541" v="207" actId="478"/>
        <pc:sldMkLst>
          <pc:docMk/>
          <pc:sldMk cId="2926688498" sldId="350"/>
        </pc:sldMkLst>
        <pc:grpChg chg="del">
          <ac:chgData name="武蔵附属_2023016056" userId="6cd61804-873e-4768-8bfe-3e25a26688f5" providerId="ADAL" clId="{8C9630F6-3F8F-40CF-A7C9-1BEEC5DABDF9}" dt="2026-03-02T07:52:27.541" v="207" actId="478"/>
          <ac:grpSpMkLst>
            <pc:docMk/>
            <pc:sldMk cId="2926688498" sldId="350"/>
            <ac:grpSpMk id="59" creationId="{BB465499-CC53-4F6E-AEB8-7FF651523CB8}"/>
          </ac:grpSpMkLst>
        </pc:grpChg>
      </pc:sldChg>
      <pc:sldChg chg="delSp mod">
        <pc:chgData name="武蔵附属_2023016056" userId="6cd61804-873e-4768-8bfe-3e25a26688f5" providerId="ADAL" clId="{8C9630F6-3F8F-40CF-A7C9-1BEEC5DABDF9}" dt="2026-03-02T07:52:08.959" v="204" actId="478"/>
        <pc:sldMkLst>
          <pc:docMk/>
          <pc:sldMk cId="3412469932" sldId="351"/>
        </pc:sldMkLst>
        <pc:spChg chg="del">
          <ac:chgData name="武蔵附属_2023016056" userId="6cd61804-873e-4768-8bfe-3e25a26688f5" providerId="ADAL" clId="{8C9630F6-3F8F-40CF-A7C9-1BEEC5DABDF9}" dt="2026-03-02T07:52:08.959" v="204" actId="478"/>
          <ac:spMkLst>
            <pc:docMk/>
            <pc:sldMk cId="3412469932" sldId="351"/>
            <ac:spMk id="10" creationId="{E4D7FA3B-C6A1-AE17-29C0-023642D5E0D1}"/>
          </ac:spMkLst>
        </pc:spChg>
      </pc:sldChg>
      <pc:sldChg chg="delSp mod">
        <pc:chgData name="武蔵附属_2023016056" userId="6cd61804-873e-4768-8bfe-3e25a26688f5" providerId="ADAL" clId="{8C9630F6-3F8F-40CF-A7C9-1BEEC5DABDF9}" dt="2026-03-02T07:51:13.046" v="193" actId="478"/>
        <pc:sldMkLst>
          <pc:docMk/>
          <pc:sldMk cId="301762394" sldId="360"/>
        </pc:sldMkLst>
        <pc:spChg chg="del">
          <ac:chgData name="武蔵附属_2023016056" userId="6cd61804-873e-4768-8bfe-3e25a26688f5" providerId="ADAL" clId="{8C9630F6-3F8F-40CF-A7C9-1BEEC5DABDF9}" dt="2026-03-02T07:51:13.046" v="193" actId="478"/>
          <ac:spMkLst>
            <pc:docMk/>
            <pc:sldMk cId="301762394" sldId="360"/>
            <ac:spMk id="33" creationId="{CD2832D8-687D-17CA-B7BD-658BC6FDA043}"/>
          </ac:spMkLst>
        </pc:spChg>
      </pc:sldChg>
      <pc:sldChg chg="delSp mod">
        <pc:chgData name="武蔵附属_2023016056" userId="6cd61804-873e-4768-8bfe-3e25a26688f5" providerId="ADAL" clId="{8C9630F6-3F8F-40CF-A7C9-1BEEC5DABDF9}" dt="2026-03-02T07:51:06.241" v="192" actId="478"/>
        <pc:sldMkLst>
          <pc:docMk/>
          <pc:sldMk cId="185641110" sldId="362"/>
        </pc:sldMkLst>
        <pc:spChg chg="del">
          <ac:chgData name="武蔵附属_2023016056" userId="6cd61804-873e-4768-8bfe-3e25a26688f5" providerId="ADAL" clId="{8C9630F6-3F8F-40CF-A7C9-1BEEC5DABDF9}" dt="2026-03-02T07:51:06.241" v="192" actId="478"/>
          <ac:spMkLst>
            <pc:docMk/>
            <pc:sldMk cId="185641110" sldId="362"/>
            <ac:spMk id="36" creationId="{0C0D5B16-C403-B5F2-97B8-CD07F2D9A7AA}"/>
          </ac:spMkLst>
        </pc:spChg>
      </pc:sldChg>
      <pc:sldChg chg="delSp modSp mod">
        <pc:chgData name="武蔵附属_2023016056" userId="6cd61804-873e-4768-8bfe-3e25a26688f5" providerId="ADAL" clId="{8C9630F6-3F8F-40CF-A7C9-1BEEC5DABDF9}" dt="2026-03-02T07:51:01.449" v="191" actId="478"/>
        <pc:sldMkLst>
          <pc:docMk/>
          <pc:sldMk cId="227667235" sldId="363"/>
        </pc:sldMkLst>
        <pc:spChg chg="del">
          <ac:chgData name="武蔵附属_2023016056" userId="6cd61804-873e-4768-8bfe-3e25a26688f5" providerId="ADAL" clId="{8C9630F6-3F8F-40CF-A7C9-1BEEC5DABDF9}" dt="2026-03-02T07:51:01.449" v="191" actId="478"/>
          <ac:spMkLst>
            <pc:docMk/>
            <pc:sldMk cId="227667235" sldId="363"/>
            <ac:spMk id="36" creationId="{2ABFDDCE-32B8-F2D9-DEE5-27AEA21FF4D1}"/>
          </ac:spMkLst>
        </pc:spChg>
      </pc:sldChg>
      <pc:sldChg chg="delSp modSp mod">
        <pc:chgData name="武蔵附属_2023016056" userId="6cd61804-873e-4768-8bfe-3e25a26688f5" providerId="ADAL" clId="{8C9630F6-3F8F-40CF-A7C9-1BEEC5DABDF9}" dt="2026-03-02T07:50:57.939" v="190" actId="478"/>
        <pc:sldMkLst>
          <pc:docMk/>
          <pc:sldMk cId="890115066" sldId="364"/>
        </pc:sldMkLst>
        <pc:spChg chg="del">
          <ac:chgData name="武蔵附属_2023016056" userId="6cd61804-873e-4768-8bfe-3e25a26688f5" providerId="ADAL" clId="{8C9630F6-3F8F-40CF-A7C9-1BEEC5DABDF9}" dt="2026-03-02T07:50:57.939" v="190" actId="478"/>
          <ac:spMkLst>
            <pc:docMk/>
            <pc:sldMk cId="890115066" sldId="364"/>
            <ac:spMk id="36" creationId="{E94061E5-D8FD-F7AB-55A3-8DBAA891896F}"/>
          </ac:spMkLst>
        </pc:spChg>
      </pc:sldChg>
      <pc:sldChg chg="delSp modSp mod">
        <pc:chgData name="武蔵附属_2023016056" userId="6cd61804-873e-4768-8bfe-3e25a26688f5" providerId="ADAL" clId="{8C9630F6-3F8F-40CF-A7C9-1BEEC5DABDF9}" dt="2026-03-02T07:50:53.563" v="189" actId="478"/>
        <pc:sldMkLst>
          <pc:docMk/>
          <pc:sldMk cId="3304883184" sldId="365"/>
        </pc:sldMkLst>
        <pc:spChg chg="del">
          <ac:chgData name="武蔵附属_2023016056" userId="6cd61804-873e-4768-8bfe-3e25a26688f5" providerId="ADAL" clId="{8C9630F6-3F8F-40CF-A7C9-1BEEC5DABDF9}" dt="2026-03-02T07:50:53.563" v="189" actId="478"/>
          <ac:spMkLst>
            <pc:docMk/>
            <pc:sldMk cId="3304883184" sldId="365"/>
            <ac:spMk id="36" creationId="{4EEDFE5C-F9B3-B806-757F-37D42F55C0E3}"/>
          </ac:spMkLst>
        </pc:spChg>
      </pc:sldChg>
      <pc:sldChg chg="del mod modShow">
        <pc:chgData name="武蔵附属_2023016056" userId="6cd61804-873e-4768-8bfe-3e25a26688f5" providerId="ADAL" clId="{8C9630F6-3F8F-40CF-A7C9-1BEEC5DABDF9}" dt="2026-03-02T07:50:49.277" v="188" actId="2696"/>
        <pc:sldMkLst>
          <pc:docMk/>
          <pc:sldMk cId="3982504487" sldId="366"/>
        </pc:sldMkLst>
      </pc:sldChg>
      <pc:sldChg chg="del">
        <pc:chgData name="武蔵附属_2023016056" userId="6cd61804-873e-4768-8bfe-3e25a26688f5" providerId="ADAL" clId="{8C9630F6-3F8F-40CF-A7C9-1BEEC5DABDF9}" dt="2026-03-02T07:52:57.513" v="211" actId="2696"/>
        <pc:sldMkLst>
          <pc:docMk/>
          <pc:sldMk cId="1510322249" sldId="367"/>
        </pc:sldMkLst>
      </pc:sldChg>
    </pc:docChg>
  </pc:docChgLst>
  <pc:docChgLst>
    <pc:chgData name="武蔵附属_2023015965" userId="a1c56472-627f-44f8-8360-daeeb14b150c" providerId="ADAL" clId="{D7435900-8761-4899-AF04-95A2F025B006}"/>
    <pc:docChg chg="undo custSel modSld">
      <pc:chgData name="武蔵附属_2023015965" userId="a1c56472-627f-44f8-8360-daeeb14b150c" providerId="ADAL" clId="{D7435900-8761-4899-AF04-95A2F025B006}" dt="2026-03-03T12:47:42.305" v="222" actId="1076"/>
      <pc:docMkLst>
        <pc:docMk/>
      </pc:docMkLst>
      <pc:sldChg chg="modSp mod">
        <pc:chgData name="武蔵附属_2023015965" userId="a1c56472-627f-44f8-8360-daeeb14b150c" providerId="ADAL" clId="{D7435900-8761-4899-AF04-95A2F025B006}" dt="2026-03-03T12:41:00.283" v="28" actId="20577"/>
        <pc:sldMkLst>
          <pc:docMk/>
          <pc:sldMk cId="1573034837" sldId="311"/>
        </pc:sldMkLst>
        <pc:spChg chg="mod">
          <ac:chgData name="武蔵附属_2023015965" userId="a1c56472-627f-44f8-8360-daeeb14b150c" providerId="ADAL" clId="{D7435900-8761-4899-AF04-95A2F025B006}" dt="2026-03-03T12:41:00.283" v="28" actId="20577"/>
          <ac:spMkLst>
            <pc:docMk/>
            <pc:sldMk cId="1573034837" sldId="311"/>
            <ac:spMk id="10" creationId="{60B9567B-BF6E-75E5-0B39-74315C9DDB6C}"/>
          </ac:spMkLst>
        </pc:spChg>
      </pc:sldChg>
      <pc:sldChg chg="modSp mod">
        <pc:chgData name="武蔵附属_2023015965" userId="a1c56472-627f-44f8-8360-daeeb14b150c" providerId="ADAL" clId="{D7435900-8761-4899-AF04-95A2F025B006}" dt="2026-03-03T12:41:08.927" v="38" actId="20577"/>
        <pc:sldMkLst>
          <pc:docMk/>
          <pc:sldMk cId="2555103468" sldId="312"/>
        </pc:sldMkLst>
        <pc:spChg chg="mod">
          <ac:chgData name="武蔵附属_2023015965" userId="a1c56472-627f-44f8-8360-daeeb14b150c" providerId="ADAL" clId="{D7435900-8761-4899-AF04-95A2F025B006}" dt="2026-03-03T12:41:08.927" v="38" actId="20577"/>
          <ac:spMkLst>
            <pc:docMk/>
            <pc:sldMk cId="2555103468" sldId="312"/>
            <ac:spMk id="19" creationId="{490F8FBB-C5A7-4146-E4E4-AF48C8D34E38}"/>
          </ac:spMkLst>
        </pc:spChg>
      </pc:sldChg>
      <pc:sldChg chg="modSp mod">
        <pc:chgData name="武蔵附属_2023015965" userId="a1c56472-627f-44f8-8360-daeeb14b150c" providerId="ADAL" clId="{D7435900-8761-4899-AF04-95A2F025B006}" dt="2026-03-03T12:41:44.472" v="41" actId="20577"/>
        <pc:sldMkLst>
          <pc:docMk/>
          <pc:sldMk cId="375000719" sldId="316"/>
        </pc:sldMkLst>
        <pc:spChg chg="mod">
          <ac:chgData name="武蔵附属_2023015965" userId="a1c56472-627f-44f8-8360-daeeb14b150c" providerId="ADAL" clId="{D7435900-8761-4899-AF04-95A2F025B006}" dt="2026-03-03T12:41:44.472" v="41" actId="20577"/>
          <ac:spMkLst>
            <pc:docMk/>
            <pc:sldMk cId="375000719" sldId="316"/>
            <ac:spMk id="10" creationId="{764BF347-8B37-C2A5-6D72-EE5C0ED16BE2}"/>
          </ac:spMkLst>
        </pc:spChg>
      </pc:sldChg>
      <pc:sldChg chg="modSp mod">
        <pc:chgData name="武蔵附属_2023015965" userId="a1c56472-627f-44f8-8360-daeeb14b150c" providerId="ADAL" clId="{D7435900-8761-4899-AF04-95A2F025B006}" dt="2026-03-03T12:47:08.059" v="216" actId="20577"/>
        <pc:sldMkLst>
          <pc:docMk/>
          <pc:sldMk cId="1456266360" sldId="317"/>
        </pc:sldMkLst>
        <pc:spChg chg="mod">
          <ac:chgData name="武蔵附属_2023015965" userId="a1c56472-627f-44f8-8360-daeeb14b150c" providerId="ADAL" clId="{D7435900-8761-4899-AF04-95A2F025B006}" dt="2026-03-03T12:47:08.059" v="216" actId="20577"/>
          <ac:spMkLst>
            <pc:docMk/>
            <pc:sldMk cId="1456266360" sldId="317"/>
            <ac:spMk id="3" creationId="{6BB8D148-71BE-EC93-853F-7493A63BCD56}"/>
          </ac:spMkLst>
        </pc:spChg>
      </pc:sldChg>
      <pc:sldChg chg="modSp mod">
        <pc:chgData name="武蔵附属_2023015965" userId="a1c56472-627f-44f8-8360-daeeb14b150c" providerId="ADAL" clId="{D7435900-8761-4899-AF04-95A2F025B006}" dt="2026-03-03T12:43:23.296" v="185" actId="20577"/>
        <pc:sldMkLst>
          <pc:docMk/>
          <pc:sldMk cId="3662242452" sldId="325"/>
        </pc:sldMkLst>
        <pc:spChg chg="mod">
          <ac:chgData name="武蔵附属_2023015965" userId="a1c56472-627f-44f8-8360-daeeb14b150c" providerId="ADAL" clId="{D7435900-8761-4899-AF04-95A2F025B006}" dt="2026-03-03T12:43:23.296" v="185" actId="20577"/>
          <ac:spMkLst>
            <pc:docMk/>
            <pc:sldMk cId="3662242452" sldId="325"/>
            <ac:spMk id="10" creationId="{67660C7A-AEA0-83D3-E537-DA0E27F506B5}"/>
          </ac:spMkLst>
        </pc:spChg>
        <pc:spChg chg="mod">
          <ac:chgData name="武蔵附属_2023015965" userId="a1c56472-627f-44f8-8360-daeeb14b150c" providerId="ADAL" clId="{D7435900-8761-4899-AF04-95A2F025B006}" dt="2026-03-03T12:43:05.743" v="173"/>
          <ac:spMkLst>
            <pc:docMk/>
            <pc:sldMk cId="3662242452" sldId="325"/>
            <ac:spMk id="24" creationId="{7EFB2BC7-3EC7-CAD7-7C83-0474AE349FBE}"/>
          </ac:spMkLst>
        </pc:spChg>
      </pc:sldChg>
      <pc:sldChg chg="modSp mod">
        <pc:chgData name="武蔵附属_2023015965" userId="a1c56472-627f-44f8-8360-daeeb14b150c" providerId="ADAL" clId="{D7435900-8761-4899-AF04-95A2F025B006}" dt="2026-03-03T12:44:34.591" v="205" actId="20577"/>
        <pc:sldMkLst>
          <pc:docMk/>
          <pc:sldMk cId="3945588268" sldId="328"/>
        </pc:sldMkLst>
        <pc:spChg chg="mod">
          <ac:chgData name="武蔵附属_2023015965" userId="a1c56472-627f-44f8-8360-daeeb14b150c" providerId="ADAL" clId="{D7435900-8761-4899-AF04-95A2F025B006}" dt="2026-03-03T12:44:34.591" v="205" actId="20577"/>
          <ac:spMkLst>
            <pc:docMk/>
            <pc:sldMk cId="3945588268" sldId="328"/>
            <ac:spMk id="19" creationId="{314A2F39-52AE-575A-E30F-BA2F092341DA}"/>
          </ac:spMkLst>
        </pc:spChg>
      </pc:sldChg>
      <pc:sldChg chg="modSp mod">
        <pc:chgData name="武蔵附属_2023015965" userId="a1c56472-627f-44f8-8360-daeeb14b150c" providerId="ADAL" clId="{D7435900-8761-4899-AF04-95A2F025B006}" dt="2026-03-03T12:47:42.305" v="222" actId="1076"/>
        <pc:sldMkLst>
          <pc:docMk/>
          <pc:sldMk cId="2489525838" sldId="343"/>
        </pc:sldMkLst>
        <pc:spChg chg="mod">
          <ac:chgData name="武蔵附属_2023015965" userId="a1c56472-627f-44f8-8360-daeeb14b150c" providerId="ADAL" clId="{D7435900-8761-4899-AF04-95A2F025B006}" dt="2026-03-03T12:47:42.305" v="222" actId="1076"/>
          <ac:spMkLst>
            <pc:docMk/>
            <pc:sldMk cId="2489525838" sldId="343"/>
            <ac:spMk id="4" creationId="{EAABA044-B499-DC1D-98F0-39DD349425E3}"/>
          </ac:spMkLst>
        </pc:spChg>
      </pc:sldChg>
      <pc:sldChg chg="modSp mod">
        <pc:chgData name="武蔵附属_2023015965" userId="a1c56472-627f-44f8-8360-daeeb14b150c" providerId="ADAL" clId="{D7435900-8761-4899-AF04-95A2F025B006}" dt="2026-03-03T12:47:20.466" v="220" actId="20577"/>
        <pc:sldMkLst>
          <pc:docMk/>
          <pc:sldMk cId="1982316989" sldId="352"/>
        </pc:sldMkLst>
        <pc:spChg chg="mod">
          <ac:chgData name="武蔵附属_2023015965" userId="a1c56472-627f-44f8-8360-daeeb14b150c" providerId="ADAL" clId="{D7435900-8761-4899-AF04-95A2F025B006}" dt="2026-03-03T12:47:20.466" v="220" actId="20577"/>
          <ac:spMkLst>
            <pc:docMk/>
            <pc:sldMk cId="1982316989" sldId="352"/>
            <ac:spMk id="3" creationId="{164B5CA5-91A0-F865-F9C1-25F23AA20B97}"/>
          </ac:spMkLst>
        </pc:spChg>
      </pc:sldChg>
      <pc:sldChg chg="modSp mod">
        <pc:chgData name="武蔵附属_2023015965" userId="a1c56472-627f-44f8-8360-daeeb14b150c" providerId="ADAL" clId="{D7435900-8761-4899-AF04-95A2F025B006}" dt="2026-03-03T12:45:15.747" v="212" actId="20577"/>
        <pc:sldMkLst>
          <pc:docMk/>
          <pc:sldMk cId="3982252757" sldId="359"/>
        </pc:sldMkLst>
        <pc:spChg chg="mod">
          <ac:chgData name="武蔵附属_2023015965" userId="a1c56472-627f-44f8-8360-daeeb14b150c" providerId="ADAL" clId="{D7435900-8761-4899-AF04-95A2F025B006}" dt="2026-03-03T12:45:15.747" v="212" actId="20577"/>
          <ac:spMkLst>
            <pc:docMk/>
            <pc:sldMk cId="3982252757" sldId="359"/>
            <ac:spMk id="20" creationId="{C4B04DCD-7A9D-7316-ECB7-9AC00BD132D1}"/>
          </ac:spMkLst>
        </pc:spChg>
      </pc:sldChg>
    </pc:docChg>
  </pc:docChgLst>
  <pc:docChgLst>
    <pc:chgData name="武蔵附属_2023016056" userId="6cd61804-873e-4768-8bfe-3e25a26688f5" providerId="ADAL" clId="{DA4322D3-BEB4-4DD6-B4DC-6EA1B1956E71}"/>
    <pc:docChg chg="undo custSel addSld modSld">
      <pc:chgData name="武蔵附属_2023016056" userId="6cd61804-873e-4768-8bfe-3e25a26688f5" providerId="ADAL" clId="{DA4322D3-BEB4-4DD6-B4DC-6EA1B1956E71}" dt="2026-03-04T11:19:04.661" v="168" actId="20577"/>
      <pc:docMkLst>
        <pc:docMk/>
      </pc:docMkLst>
      <pc:sldChg chg="modSp mod">
        <pc:chgData name="武蔵附属_2023016056" userId="6cd61804-873e-4768-8bfe-3e25a26688f5" providerId="ADAL" clId="{DA4322D3-BEB4-4DD6-B4DC-6EA1B1956E71}" dt="2026-03-04T09:30:51.592" v="24" actId="20577"/>
        <pc:sldMkLst>
          <pc:docMk/>
          <pc:sldMk cId="715904927" sldId="264"/>
        </pc:sldMkLst>
        <pc:spChg chg="mod">
          <ac:chgData name="武蔵附属_2023016056" userId="6cd61804-873e-4768-8bfe-3e25a26688f5" providerId="ADAL" clId="{DA4322D3-BEB4-4DD6-B4DC-6EA1B1956E71}" dt="2026-03-04T09:30:47.788" v="13" actId="20577"/>
          <ac:spMkLst>
            <pc:docMk/>
            <pc:sldMk cId="715904927" sldId="264"/>
            <ac:spMk id="3" creationId="{D8F74375-AF34-2CDD-921D-64E81350401D}"/>
          </ac:spMkLst>
        </pc:spChg>
        <pc:spChg chg="mod">
          <ac:chgData name="武蔵附属_2023016056" userId="6cd61804-873e-4768-8bfe-3e25a26688f5" providerId="ADAL" clId="{DA4322D3-BEB4-4DD6-B4DC-6EA1B1956E71}" dt="2026-03-04T09:30:51.592" v="24" actId="20577"/>
          <ac:spMkLst>
            <pc:docMk/>
            <pc:sldMk cId="715904927" sldId="264"/>
            <ac:spMk id="10" creationId="{46E6A8C4-6603-AB65-994F-C9750E824F63}"/>
          </ac:spMkLst>
        </pc:spChg>
      </pc:sldChg>
      <pc:sldChg chg="modSp">
        <pc:chgData name="武蔵附属_2023016056" userId="6cd61804-873e-4768-8bfe-3e25a26688f5" providerId="ADAL" clId="{DA4322D3-BEB4-4DD6-B4DC-6EA1B1956E71}" dt="2026-03-04T11:19:04.661" v="168" actId="20577"/>
        <pc:sldMkLst>
          <pc:docMk/>
          <pc:sldMk cId="418044714" sldId="314"/>
        </pc:sldMkLst>
        <pc:spChg chg="mod">
          <ac:chgData name="武蔵附属_2023016056" userId="6cd61804-873e-4768-8bfe-3e25a26688f5" providerId="ADAL" clId="{DA4322D3-BEB4-4DD6-B4DC-6EA1B1956E71}" dt="2026-03-04T11:19:04.661" v="168" actId="20577"/>
          <ac:spMkLst>
            <pc:docMk/>
            <pc:sldMk cId="418044714" sldId="314"/>
            <ac:spMk id="10" creationId="{CFCAAE63-7D63-A91F-EE9B-58C9A4190082}"/>
          </ac:spMkLst>
        </pc:spChg>
      </pc:sldChg>
      <pc:sldChg chg="modSp mod">
        <pc:chgData name="武蔵附属_2023016056" userId="6cd61804-873e-4768-8bfe-3e25a26688f5" providerId="ADAL" clId="{DA4322D3-BEB4-4DD6-B4DC-6EA1B1956E71}" dt="2026-03-04T09:31:29.585" v="50" actId="1076"/>
        <pc:sldMkLst>
          <pc:docMk/>
          <pc:sldMk cId="1986944852" sldId="340"/>
        </pc:sldMkLst>
        <pc:spChg chg="mod">
          <ac:chgData name="武蔵附属_2023016056" userId="6cd61804-873e-4768-8bfe-3e25a26688f5" providerId="ADAL" clId="{DA4322D3-BEB4-4DD6-B4DC-6EA1B1956E71}" dt="2026-03-04T09:31:29.585" v="50" actId="1076"/>
          <ac:spMkLst>
            <pc:docMk/>
            <pc:sldMk cId="1986944852" sldId="340"/>
            <ac:spMk id="31" creationId="{7FBD3B33-729A-7B8B-9592-52653F018ED4}"/>
          </ac:spMkLst>
        </pc:spChg>
      </pc:sldChg>
      <pc:sldChg chg="addSp delSp modSp add mod delAnim">
        <pc:chgData name="武蔵附属_2023016056" userId="6cd61804-873e-4768-8bfe-3e25a26688f5" providerId="ADAL" clId="{DA4322D3-BEB4-4DD6-B4DC-6EA1B1956E71}" dt="2026-03-04T11:07:25.332" v="164" actId="1076"/>
        <pc:sldMkLst>
          <pc:docMk/>
          <pc:sldMk cId="308533262" sldId="369"/>
        </pc:sldMkLst>
        <pc:spChg chg="del">
          <ac:chgData name="武蔵附属_2023016056" userId="6cd61804-873e-4768-8bfe-3e25a26688f5" providerId="ADAL" clId="{DA4322D3-BEB4-4DD6-B4DC-6EA1B1956E71}" dt="2026-03-04T11:06:38.915" v="67" actId="478"/>
          <ac:spMkLst>
            <pc:docMk/>
            <pc:sldMk cId="308533262" sldId="369"/>
            <ac:spMk id="3" creationId="{3E7C7C34-EBCE-6320-30C2-6CA5CE724561}"/>
          </ac:spMkLst>
        </pc:spChg>
        <pc:spChg chg="del">
          <ac:chgData name="武蔵附属_2023016056" userId="6cd61804-873e-4768-8bfe-3e25a26688f5" providerId="ADAL" clId="{DA4322D3-BEB4-4DD6-B4DC-6EA1B1956E71}" dt="2026-03-04T11:06:34.570" v="66" actId="478"/>
          <ac:spMkLst>
            <pc:docMk/>
            <pc:sldMk cId="308533262" sldId="369"/>
            <ac:spMk id="10" creationId="{AEF89098-A834-0A02-1F92-66ED5970D803}"/>
          </ac:spMkLst>
        </pc:spChg>
        <pc:spChg chg="del">
          <ac:chgData name="武蔵附属_2023016056" userId="6cd61804-873e-4768-8bfe-3e25a26688f5" providerId="ADAL" clId="{DA4322D3-BEB4-4DD6-B4DC-6EA1B1956E71}" dt="2026-03-04T11:06:30.408" v="64" actId="478"/>
          <ac:spMkLst>
            <pc:docMk/>
            <pc:sldMk cId="308533262" sldId="369"/>
            <ac:spMk id="15" creationId="{1A6CFEB3-D57A-3FA8-B789-BAFC2EC8D9FB}"/>
          </ac:spMkLst>
        </pc:spChg>
        <pc:spChg chg="add mod">
          <ac:chgData name="武蔵附属_2023016056" userId="6cd61804-873e-4768-8bfe-3e25a26688f5" providerId="ADAL" clId="{DA4322D3-BEB4-4DD6-B4DC-6EA1B1956E71}" dt="2026-03-04T11:07:01.351" v="103" actId="1076"/>
          <ac:spMkLst>
            <pc:docMk/>
            <pc:sldMk cId="308533262" sldId="369"/>
            <ac:spMk id="16" creationId="{4BBE14B7-8211-C460-562D-397824DC6C3A}"/>
          </ac:spMkLst>
        </pc:spChg>
        <pc:spChg chg="del">
          <ac:chgData name="武蔵附属_2023016056" userId="6cd61804-873e-4768-8bfe-3e25a26688f5" providerId="ADAL" clId="{DA4322D3-BEB4-4DD6-B4DC-6EA1B1956E71}" dt="2026-03-04T11:06:31.564" v="65" actId="478"/>
          <ac:spMkLst>
            <pc:docMk/>
            <pc:sldMk cId="308533262" sldId="369"/>
            <ac:spMk id="17" creationId="{333E138B-8FCF-510C-95F1-2534C95D300F}"/>
          </ac:spMkLst>
        </pc:spChg>
        <pc:spChg chg="add mod">
          <ac:chgData name="武蔵附属_2023016056" userId="6cd61804-873e-4768-8bfe-3e25a26688f5" providerId="ADAL" clId="{DA4322D3-BEB4-4DD6-B4DC-6EA1B1956E71}" dt="2026-03-04T11:07:25.332" v="164" actId="1076"/>
          <ac:spMkLst>
            <pc:docMk/>
            <pc:sldMk cId="308533262" sldId="369"/>
            <ac:spMk id="18" creationId="{5AA78D8A-A8BC-06E0-9BBB-2B35AE2DEA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59A07-9060-4E1A-9E67-A0F0F5D5C4B7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49051-213C-498B-B905-6EAC6CE12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660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C++</a:t>
            </a:r>
            <a:r>
              <a:rPr kumimoji="1" lang="ja-JP" altLang="en-US" dirty="0"/>
              <a:t>講座がきもい位置にある</a:t>
            </a:r>
            <a:r>
              <a:rPr kumimoji="1" lang="en-US" altLang="ja-JP" dirty="0"/>
              <a:t>by</a:t>
            </a:r>
            <a:r>
              <a:rPr kumimoji="1" lang="ja-JP" altLang="en-US" dirty="0"/>
              <a:t>加藤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736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A1ED5-1308-567C-1004-94FCCD81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50EFD16-CEB9-1F4E-9F25-9C073A6C8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0557BEA-A981-047D-C221-5A9F71203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6F8B79-BE2A-5EA4-7565-9808473E9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777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9018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B867-59E1-278D-C48A-FFE08D26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640384-C18C-D034-8700-FECAB4EA2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D82274E-BE55-8C0F-299C-4E6D353D4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AF5980-7978-142A-384B-06716ABB3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019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コードにデータを左から渡すと、右にデータ、結果を出してくれる。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521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3225-8046-7135-FC4A-ED82EEEA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33023B-E7A0-6224-C470-40F4A8B20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72775C-2B8B-CC5F-AC0D-309012E2E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コードにデータを左から渡すと、右にデータ、結果を出してくれる。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A02AE1-272D-4FE1-B7BD-B666F1C1E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5923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EFA69-647C-D5B4-A2BC-FA0554399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B5C0F1E-0F13-EDCE-29FF-C95021A4B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7B8FB93-781C-5639-4959-B38FF75F7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コードにデータを左から渡すと、右にデータ、結果を出してくれる。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C3B57E-56EF-891C-2E05-9CC9DB071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7140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そして、</a:t>
            </a:r>
            <a:r>
              <a:rPr kumimoji="1" lang="en-US" altLang="ja-JP" dirty="0"/>
              <a:t>C++</a:t>
            </a:r>
            <a:r>
              <a:rPr kumimoji="1" lang="ja-JP" altLang="en-US" dirty="0"/>
              <a:t>の入力と出力を行う方法は</a:t>
            </a:r>
            <a:r>
              <a:rPr kumimoji="1" lang="en-US" altLang="ja-JP" dirty="0" err="1"/>
              <a:t>cout</a:t>
            </a:r>
            <a:r>
              <a:rPr kumimoji="1" lang="en-US" altLang="ja-JP" dirty="0"/>
              <a:t> </a:t>
            </a:r>
            <a:r>
              <a:rPr kumimoji="1" lang="ja-JP" altLang="en-US" dirty="0"/>
              <a:t>と </a:t>
            </a:r>
            <a:r>
              <a:rPr kumimoji="1" lang="en-US" altLang="ja-JP" dirty="0" err="1"/>
              <a:t>cin</a:t>
            </a:r>
            <a:r>
              <a:rPr kumimoji="1" lang="ja-JP" altLang="en-US" dirty="0"/>
              <a:t> です。この形で見せられても何がなんだかなので、実際に打ってみましょう。</a:t>
            </a:r>
            <a:br>
              <a:rPr kumimoji="1" lang="en-US" altLang="ja-JP" dirty="0"/>
            </a:br>
            <a:br>
              <a:rPr kumimoji="1" lang="en-US" altLang="ja-JP" dirty="0"/>
            </a:br>
            <a:r>
              <a:rPr kumimoji="1" lang="en-US" altLang="ja-JP" dirty="0"/>
              <a:t>Cout </a:t>
            </a:r>
            <a:r>
              <a:rPr kumimoji="1" lang="ja-JP" altLang="en-US" dirty="0"/>
              <a:t>と</a:t>
            </a:r>
            <a:r>
              <a:rPr kumimoji="1" lang="en-US" altLang="ja-JP" dirty="0" err="1"/>
              <a:t>cin</a:t>
            </a:r>
            <a:r>
              <a:rPr kumimoji="1" lang="ja-JP" altLang="en-US" dirty="0"/>
              <a:t>は逆 文字小さい</a:t>
            </a:r>
            <a:r>
              <a:rPr kumimoji="1" lang="en-US" altLang="ja-JP" dirty="0"/>
              <a:t>by</a:t>
            </a:r>
            <a:r>
              <a:rPr kumimoji="1" lang="ja-JP" altLang="en-US" dirty="0"/>
              <a:t>加藤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2068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まず、</a:t>
            </a:r>
            <a:r>
              <a:rPr kumimoji="1" lang="en-US" altLang="ja-JP" err="1"/>
              <a:t>cout</a:t>
            </a:r>
            <a:r>
              <a:rPr kumimoji="1" lang="ja-JP" altLang="en-US"/>
              <a:t>です。緑以外の部分を打ってみてください。コードを実行して、出力を確認してみましょう。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611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388A-262A-FC5B-E47B-FD71CB7A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3DB07E1-1A7F-6B83-A77F-248E15722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6D7AE7-9922-D3CC-D77A-C97005A1C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まず、</a:t>
            </a:r>
            <a:r>
              <a:rPr kumimoji="1" lang="en-US" altLang="ja-JP" err="1"/>
              <a:t>cout</a:t>
            </a:r>
            <a:r>
              <a:rPr kumimoji="1" lang="ja-JP" altLang="en-US"/>
              <a:t>です。緑以外の部分を打ってみてください。コードを実行して、出力を確認してみましょう。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E767E8-1E60-B198-6533-F2E769FE8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306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5836F-DF7A-EE5D-1658-2264B50D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873D023-A074-A4E2-1306-D8F648857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14F65A8-C9A6-6713-BEAB-875922DBB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Input()</a:t>
            </a:r>
            <a:r>
              <a:rPr kumimoji="1" lang="ja-JP" altLang="en-US" dirty="0"/>
              <a:t>のイメージとして、入力されたものに置き換わります。</a:t>
            </a:r>
            <a:r>
              <a:rPr kumimoji="1" lang="en-US" altLang="ja-JP" dirty="0"/>
              <a:t>Input()</a:t>
            </a:r>
            <a:r>
              <a:rPr kumimoji="1" lang="ja-JP" altLang="en-US" dirty="0"/>
              <a:t>が</a:t>
            </a:r>
            <a:r>
              <a:rPr kumimoji="1" lang="en-US" altLang="ja-JP" dirty="0" err="1"/>
              <a:t>Hello,World</a:t>
            </a:r>
            <a:r>
              <a:rPr kumimoji="1" lang="en-US" altLang="ja-JP" dirty="0"/>
              <a:t>!</a:t>
            </a:r>
            <a:r>
              <a:rPr kumimoji="1" lang="ja-JP" altLang="en-US" dirty="0"/>
              <a:t>に置き換わって</a:t>
            </a:r>
            <a:r>
              <a:rPr kumimoji="1" lang="en-US" altLang="ja-JP" dirty="0"/>
              <a:t>print</a:t>
            </a:r>
            <a:r>
              <a:rPr kumimoji="1" lang="ja-JP" altLang="en-US" dirty="0"/>
              <a:t>されるイメージ。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60E3B6-673C-F971-4294-028855D5E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8589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ということで、</a:t>
            </a:r>
            <a:r>
              <a:rPr kumimoji="1" lang="en-US" altLang="ja-JP" err="1"/>
              <a:t>cout</a:t>
            </a:r>
            <a:r>
              <a:rPr kumimoji="1" lang="ja-JP" altLang="en-US"/>
              <a:t>は</a:t>
            </a:r>
            <a:r>
              <a:rPr kumimoji="1" lang="en-US" altLang="ja-JP"/>
              <a:t>&lt;&lt;</a:t>
            </a:r>
            <a:r>
              <a:rPr kumimoji="1" lang="ja-JP" altLang="en-US"/>
              <a:t>の後の内容を出力する関数です。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329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では、次に変数とはなんでしょうか？数学的な変数ではなく、ここではプログラム内部で情報を記録するものです。</a:t>
            </a:r>
            <a:endParaRPr kumimoji="1"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4349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一般的なイメージに、情報を入れておく箱というものがあります。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419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変数には型があって、型にある種類の情報しか格納できない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7778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この際の説明：違う型でも同じ名前は</a:t>
            </a:r>
            <a:r>
              <a:rPr kumimoji="1" lang="en-US" altLang="ja-JP" dirty="0"/>
              <a:t>NG</a:t>
            </a:r>
            <a:r>
              <a:rPr kumimoji="1" lang="ja-JP" altLang="en-US" dirty="0"/>
              <a:t>、ただし、大文字小文字は区別される </a:t>
            </a:r>
            <a:r>
              <a:rPr kumimoji="1" lang="en-US" altLang="ja-JP" dirty="0"/>
              <a:t>ex.)int A</a:t>
            </a:r>
            <a:r>
              <a:rPr kumimoji="1" lang="ja-JP" altLang="en-US" dirty="0"/>
              <a:t>と</a:t>
            </a:r>
            <a:r>
              <a:rPr kumimoji="1" lang="en-US" altLang="ja-JP" dirty="0"/>
              <a:t>bool a</a:t>
            </a:r>
            <a:r>
              <a:rPr kumimoji="1" lang="ja-JP" altLang="en-US" dirty="0"/>
              <a:t>は許される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883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BB62-023F-D441-9FB1-A56F6468C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46F20AE-8778-37A3-DB7B-2D67DE914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F8F076C-8BB4-70DE-EA6F-1DCA5A114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3BB760-889F-046D-14D4-3F1F50BF2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17117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EFA0-D23B-33C0-6FE1-4B3586E6E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671BC5D-D382-A835-5A92-558A58884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F140E0E-50D7-99EA-2F20-3234E03C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number</a:t>
            </a:r>
            <a:r>
              <a:rPr kumimoji="1" lang="ja-JP" altLang="en-US"/>
              <a:t>という名前の整数型の変数を用意する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A653CC-4E54-FC49-A35C-8BC540674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3957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720D-D2A8-5C02-0BFF-C50A187E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DE9E8D-291B-23B3-86EF-2E58ECD14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C8D230B-160B-C0B4-9F7C-7A6B6744D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number</a:t>
            </a:r>
            <a:r>
              <a:rPr kumimoji="1" lang="ja-JP" altLang="en-US"/>
              <a:t>という名前の整数型の変数を用意する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966503-9D3F-7B70-08C4-9EC95D818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1301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83F13-4139-A0C1-034A-4E4CD7E30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AD68906-96D2-DB00-F0B4-F53E21458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FECA918-B555-6AFD-28A5-970171FFC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number</a:t>
            </a:r>
            <a:r>
              <a:rPr kumimoji="1" lang="ja-JP" altLang="en-US"/>
              <a:t>という名前の整数型の変数を用意する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EFB372-9D3C-335C-2F04-9112081F3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7435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85D35-1E91-73D6-EE3D-EA89C059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4C5C0AD-94F8-D643-C1B0-DE29E84D0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882C18-68BC-A8CA-3295-E6D70F0BF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number</a:t>
            </a:r>
            <a:r>
              <a:rPr kumimoji="1" lang="ja-JP" altLang="en-US"/>
              <a:t>という名前の整数型の変数を用意する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FDDDB8-187B-8B8F-ED36-1C2B586FC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1462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46E56-3C67-E302-AD62-A8360B17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406EE72-4CA0-F8AE-9BC5-6BF630958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B724FA3-4483-CDD5-56A7-C2FD97269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927886-F485-DEA0-C99A-01220DB43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5499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DF7E-4225-8FC3-8546-5498C9F5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8571F9E-5624-C110-42FF-2C7F1E7D6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A336A90-8C72-5064-8344-94D358929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03A3DB-B52F-2164-8F07-591CCD958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3880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DE53-F1F8-8E4C-F25A-9D5CE6AB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1327E76-4A23-3D68-7389-DA224815B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34DA443-B082-945B-0459-7A01E320C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まず、</a:t>
            </a:r>
            <a:r>
              <a:rPr kumimoji="1" lang="en-US" altLang="ja-JP" err="1"/>
              <a:t>cout</a:t>
            </a:r>
            <a:r>
              <a:rPr kumimoji="1" lang="ja-JP" altLang="en-US"/>
              <a:t>です。緑以外の部分を打ってみてください。コードを実行して、出力を確認してみましょう。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FE130E-54B2-77C8-68D1-B07C77149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2481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7122-1E4E-7E0F-9047-FBDA954F7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CC408A-5703-EDBD-FF8D-083C56FFE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1A9941-7BFE-1ECC-2866-A3DF4814B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ということで、</a:t>
            </a:r>
            <a:r>
              <a:rPr kumimoji="1" lang="en-US" altLang="ja-JP" err="1"/>
              <a:t>cout</a:t>
            </a:r>
            <a:r>
              <a:rPr kumimoji="1" lang="ja-JP" altLang="en-US"/>
              <a:t>は</a:t>
            </a:r>
            <a:r>
              <a:rPr kumimoji="1" lang="en-US" altLang="ja-JP"/>
              <a:t>&lt;&lt;</a:t>
            </a:r>
            <a:r>
              <a:rPr kumimoji="1" lang="ja-JP" altLang="en-US"/>
              <a:t>の後の内容を出力する関数です。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136779C-6C1F-AEB0-888D-CF4AC260E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6705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Input()</a:t>
            </a:r>
            <a:r>
              <a:rPr kumimoji="1" lang="ja-JP" altLang="en-US"/>
              <a:t>のイメージとして、入力されたものに置き換わります。</a:t>
            </a:r>
            <a:r>
              <a:rPr kumimoji="1" lang="en-US" altLang="ja-JP"/>
              <a:t>Input()</a:t>
            </a:r>
            <a:r>
              <a:rPr kumimoji="1" lang="ja-JP" altLang="en-US"/>
              <a:t>が</a:t>
            </a:r>
            <a:r>
              <a:rPr kumimoji="1" lang="en-US" altLang="ja-JP" err="1"/>
              <a:t>Hello,World</a:t>
            </a:r>
            <a:r>
              <a:rPr kumimoji="1" lang="en-US" altLang="ja-JP"/>
              <a:t>!</a:t>
            </a:r>
            <a:r>
              <a:rPr kumimoji="1" lang="ja-JP" altLang="en-US"/>
              <a:t>に置き換わって</a:t>
            </a:r>
            <a:r>
              <a:rPr kumimoji="1" lang="en-US" altLang="ja-JP"/>
              <a:t>print</a:t>
            </a:r>
            <a:r>
              <a:rPr kumimoji="1" lang="ja-JP" altLang="en-US"/>
              <a:t>されるイメージ。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5725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13ED7-32AE-E00C-DBE3-633B2B8D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1994F9D-B690-8D67-E301-F98898B37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F48C288-DAAF-965D-FA40-B4D726C69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出力のところで</a:t>
            </a:r>
            <a:r>
              <a:rPr kumimoji="1" lang="en-US" altLang="ja-JP" dirty="0"/>
              <a:t>+,-,*,/</a:t>
            </a:r>
            <a:r>
              <a:rPr kumimoji="1" lang="ja-JP" altLang="en-US" dirty="0"/>
              <a:t>ができる。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136FCB-6FB0-8B75-4642-629AAA88B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3617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F59AA-1A26-AFA2-EDB2-B7CA483B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35E9915-3518-7312-932D-393C8979E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7259F6-0DAC-21FA-5580-B0C4074E8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num += 1;</a:t>
            </a:r>
            <a:r>
              <a:rPr kumimoji="1" lang="ja-JP" altLang="en-US" dirty="0"/>
              <a:t>と</a:t>
            </a:r>
            <a:r>
              <a:rPr kumimoji="1" lang="en-US" altLang="ja-JP" dirty="0"/>
              <a:t>num++;</a:t>
            </a:r>
            <a:r>
              <a:rPr kumimoji="1" lang="ja-JP" altLang="en-US" dirty="0"/>
              <a:t>は同義</a:t>
            </a:r>
            <a:endParaRPr kumimoji="1" lang="en-US" altLang="ja-JP" dirty="0"/>
          </a:p>
          <a:p>
            <a:r>
              <a:rPr kumimoji="1" lang="ja-JP" altLang="en-US" dirty="0"/>
              <a:t>四則演算はその結果を何らかの変数（計算する変数でもよい）に代入しなければならない。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6C16AE-CB23-27DD-91AF-07B9755A7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6649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8B296-D406-B04F-BFEF-7D8E5F12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58DE8A0-897A-3364-7DAC-5846D51A1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12083E-8FAB-F251-6B6C-7FD7B2733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09D20A-2D8D-1793-C31C-D3AE46FA4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003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09124-658C-D06C-DCEA-88A689AC2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15AC95-95A8-BC59-9333-C6EE5900A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109E1D7-F432-564C-B13F-71E9972C1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BA818C-760D-2C19-010F-1C5E0D881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38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69021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0C2E2-5535-40D6-5E2A-10D0DDCD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43BE59F-07A4-3D0B-01FA-89E329314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C589681-4E51-5FEA-4B2B-AE2352705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54D7C1-3ED7-E4BD-E0AC-D14FDA778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5227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6D098-9ED0-34AD-8289-4C53F3C68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190128-CCEA-4D9A-DA75-9197E3A61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30E9418-6D3D-006F-70F7-244986FCF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1C13D2-8369-7EB2-386B-FAD99FABD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40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6581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8F613-EE33-BCA3-3A39-A1F2AB21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FB5D4F5-1877-53AB-E5AF-DDBEA1D0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64528A-C7CB-9A98-4F32-9ED55AA72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EEBCE4-ADEA-D7EF-B6C6-A9C46F69C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41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0142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858B-CEBB-C9BA-C440-7BF8CABD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10288F-F3A7-1E45-3A56-848880656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E8C5FB7-838D-FCD9-973B-31DDF3426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F66CBF-1A4F-FCBA-78F7-225398463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80687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DD38D-D236-815F-CB13-4C2A44694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13E879-E541-1C0D-7A94-D5D2D2D4F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A202E4-29CF-B9E4-2456-8FCACEEBD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EAEA18-B230-4FE5-A936-F92AEBB7E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58248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6E494-1A4A-9E5E-B9F8-205231922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717C8D5-8CF4-45AF-E344-38624432B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1D7A801-5DD7-2DC9-03AB-539BE6FBA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4CBA19-2EE0-91DF-DD23-3C9B4BCF1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113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FD4AF-52E6-295D-5D2C-9765AA5E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9775791-BF26-0AC4-6F9E-3AABE233F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31766B-F0A6-1C06-1AD9-0CA7DCF90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9A8F44-D2F4-6A2D-DD03-38E01CE2A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45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0708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ED032-635D-2735-9C9C-AA02B55F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9102C69-C1B3-63D8-B346-8183E0143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19DFCC5-FC58-2387-19B1-7B6F02A83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if</a:t>
            </a:r>
            <a:r>
              <a:rPr kumimoji="1" lang="ja-JP" altLang="en-US"/>
              <a:t>の構成要素について説明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E70FFC-5E92-3A51-C72C-F18209866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46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666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D73E8-A24C-BBBF-534C-A7074191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9D375F9-2084-FEA9-7511-703A5D378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CF05DA-CD7D-3CAD-50E1-97AADE08C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if</a:t>
            </a:r>
            <a:r>
              <a:rPr kumimoji="1" lang="ja-JP" altLang="en-US"/>
              <a:t>の構成要素について説明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F9486E-202F-9D34-C2EB-8BA547109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47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4187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04012-AD7F-98EC-D24A-C04B33CC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8AF4C55-C5AD-2846-F1C8-FC827FA4C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BB5929-E61B-5DF5-E347-C0B22878F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E6660F-6179-04C4-D360-E1EBEE5B1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48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3913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E04E2-E47F-7B83-FDE9-A5834D65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E8D3081-4FA6-109A-F806-797C13777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DEC04A-3BC0-6A43-FF12-1D10B489A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AE3956-044E-F7CC-02C7-EEBD217B9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49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8979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7D4D9-C3FC-00C3-E914-504EB009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5CEE030-E521-575D-1AF2-16564689F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CADC918-5DCF-1201-499F-6DB7B28D9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EBC973-1C58-D739-4C21-62800C841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50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78432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DADA2-BE43-DEF3-CC88-9AE37CF0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8817AF0-2900-9847-66BC-40ACDC8BD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E7D051D-20BF-3BBA-6CC8-0C097C299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482F57-3944-2ACA-2606-4A6FB946D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51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4030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EF9C-2F7C-4821-A855-E901B49D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72F4FD6-9F21-6062-F8B5-11F423A2A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46A68DC-C815-1C2D-2CE8-B4D9558F3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9D58C8-A3D3-4B92-3083-0C8352322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52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36075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58DA5-B515-5643-E2EC-E7127938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5391495-0581-3682-603D-B7AF79AEF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4EB8D7-BFAA-2AA1-1953-69CDA7E5F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37F0FD-5507-AA5D-D132-0E599C647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53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9172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FBC9-64FA-F2B7-960A-0F832348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5D6FE4D-4E4F-EC99-AEE2-79A618DF9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7E13985-4FD1-3500-E0CE-892DFE3CA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F85678-6C08-0FC6-62FB-22CFC4957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54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6379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1BBA5-F765-671B-9800-9551A7C0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F5C99AD-59D5-2574-E886-E8906CE88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90C423-1631-6FC4-5BE3-D805AB69E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CAEC8-E73D-E390-FD41-7F89D8685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55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5006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DFE18-EBA1-DA2B-C09C-CFB2A3D4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F8F1B18-E48D-8E41-4527-7B6157A7D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BC76D4B-413B-52C7-4CC7-8AB66CBBC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BDFFA2-303A-7352-1424-B584CA279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56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786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33340-6423-3396-C883-E2270254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4D9FC7A-36A7-704F-56B5-29B4F3439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9455329-AA0B-A191-EBC8-48EF049A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07E680-1B18-F802-B0A8-C230F5CA0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57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5835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B222-5A2A-877B-D878-AE5C3FBD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58F873F-3169-62E5-4996-06C83305F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88CFB43-D0AF-660F-0031-BA4782E92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200" baseline="0"/>
              <a:t>よろしく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2D9AD1-9383-B8D1-A843-A21FF8C78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58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594151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33458-2CC0-502D-9568-0A230EF4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8FB70C1-229D-8784-0491-DE9919FD2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3F6C387-29D4-2ACD-1093-518F031B9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200" baseline="0"/>
              <a:t>よろしく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06E710-2603-E224-C2AA-839A44EFC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59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56637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84485-DF0E-D6FA-F2D2-B181E28C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B94B73C-A035-BEEC-C503-B1D90B9F4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C1672D3-4391-1D7C-1DCB-42E444217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200" baseline="0" dirty="0"/>
              <a:t>文章だとわかりにくいので実際に途中までできているコードを見ましょう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E86DE2-B314-5415-C046-E78C0CD6B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60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49074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7F9C-414B-1B8E-30E0-F684D16CA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FCEEFD2-ACBE-E777-0C8A-2C48AC74B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A4405D-224E-92D2-E496-A03715312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200" baseline="0" dirty="0"/>
              <a:t>文章だとわかりにくいので実際に途中までできているコードを見ましょう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816406-3A64-D75F-83E7-AAA8E7356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61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5519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EFC8-3B97-C3AC-8341-9CD5B30A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462D05C-D5DD-062A-0EF2-BE9957F4C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AE8F49-48FA-9E1E-7AC2-1963BECB0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200" baseline="0" dirty="0"/>
              <a:t>よろしく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FD642A-D909-5046-8888-D9D697069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62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49555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8F9F2-F2C0-792D-3EB7-8F21EDB1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E94437-0C39-B5BF-4114-620819884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55E9676-6F33-0245-0005-F7420D38A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200" baseline="0" dirty="0"/>
              <a:t>解説・解答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F03778-AAB2-A387-BE47-ACA272AF8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63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0694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FFB7D-31CF-BD77-A95F-6EC1E3B6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A23FC6D-9688-D47E-8B14-56FA2C7F4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D6B2A8E-6E3B-02B8-A05D-2D0DF47CA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200" baseline="0" dirty="0"/>
              <a:t>解説・解答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F7293-3904-465A-A3A5-B7FCC45B6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64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5460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FB3C2-1E42-20DD-0045-FA33E9CB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36ECD8-7155-EC54-4BBF-8406E8AEE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B92B6ED-A019-4EBD-03BD-6CAF92FD3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A569F7-173F-4527-07E5-966BC0DE17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65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51712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57ADF-F144-BA5C-0330-60E3F967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0870ACC-CFFC-C63B-14C7-77FBD0C60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50AD360-7761-C7F8-DC6B-51AD5F93F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2FF960-A0E1-0A2E-D07A-EE34F530C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66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171123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BACB-30C7-14C6-CE54-ADAAA35E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18D16E4-59DA-F124-4922-F44637773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6AF49A5-E831-D64C-7907-BA5119E27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C84589-3C60-FF42-9F50-43F6BB548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67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021447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CEA3-476E-CB65-3709-80B84DE0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771B905-4251-0CB4-6FD3-953A9ED0E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DD43C12-D97E-6894-6F16-FFC1D99EA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0837EB-92A7-E6B6-3E04-ED929D8FF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68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7026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0E371-C1B7-1A13-13F0-1BDF277D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21DA81C-266A-DE8C-7DEE-810D69E42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AABC681-98A8-C0BA-BC56-D53CAEF40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7FB0C9-2987-64D4-D132-E228D9CA8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69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0243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640F-7C92-D6FE-6539-0EFB0987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AC148DB-817B-80D8-F852-F90F42A25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40594-6A49-9C2F-0B99-658DA5F19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13908C-10E7-BBF9-8CC2-C577F7CF7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70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671712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2244-3E6B-6908-29F0-589F9364C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86283FF-8940-52D1-C990-603907538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C68AC4E-7607-73BA-B36F-060A6F223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961242-E087-D1CD-FBD7-2C9AA10BB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71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284314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CD31E-757E-981F-72EA-CEC3FA807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A77A473-5114-FB00-FAA9-07A5E2005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76FC766-3BDD-8E1C-F72D-DE6B3264E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5F87C8-0A43-2CB9-3F0A-3A39792AE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72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6727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7AE56-5000-7B3C-93B3-E5410792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9ADA8B5-1998-8F6C-19F4-F8C9CAE39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EA6E360-44C5-C0A4-F0F1-F1498A423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B89DF4-5EC0-051E-B087-A159DAF21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73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66766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1A9B-11B0-7A5D-BE94-151776FB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7129F54-2548-D61E-7B97-4D6E80110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4F957E-D10E-FA77-4A52-5A023076E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C8B2D5-868D-28E3-D994-B481BF185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74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23680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8D47-6F98-55C3-EC2B-36EE7385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4CF63C5-525E-53EB-6994-A8D86EB18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C11168F-9FF0-ED0E-B232-AB5EDD868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7FFDD6-9F3F-9D7A-CD73-AD779A0FB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75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769428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47E0-C035-CA90-BCED-F77ED5EDE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9A5D087-6768-006B-3BB9-6F272D861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7641BBF-EB2A-E436-CC2E-9D4D38EA8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7DBC81-3F37-0165-B37F-610D6B9B4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76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9939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C1D3-D04A-E959-C6BC-E2224106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3305957-C1B5-83B9-C45E-40B3D6E8A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22B7747-C7EF-3383-EB87-9AB62AE53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32B87D-E3D0-710E-EEDD-B99C3E8AA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77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39762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8DA6-9C52-3972-BF9C-80BDE9E60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3272449-3F71-9E6E-5FA4-EA060815B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E31FF8D-64DF-3274-03E8-71221A4EC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DEC25D-DF0C-2212-57CC-631423F73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78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264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B1BC1-014F-EE67-2C3F-121AD0FC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50C43C3-56AD-1B8C-0224-DD7757366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1F4D931-C395-D004-B60E-1DF0414CC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1C9C9-3632-539A-4997-90E1344C9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79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46661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E6FB-D123-732E-A28B-FC36B04A0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8F3F1AC-01AF-11EF-8D71-65F0308C5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45602CF-206C-2459-3153-5F99BE452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E2C119-4CB2-856A-4697-F77AA1E21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80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40777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EE750-E277-169C-50D5-2A5A62899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9510455-D2D7-182B-C8FF-C56A4699C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BC64075-D280-512C-7EFA-7175098CB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D7179E-408F-A343-74EF-7B25664C9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81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567407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41A3-566B-7C64-653A-5227256C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3B6C810-C71D-55D0-F66B-6D7EBBC7C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41589FC-7AA3-95CC-26F8-FF303AAD2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492194-E0C1-D608-ECAF-59A07A68A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82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04620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FA03F-A172-3103-532B-41343E92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82879E5-B9BA-9B08-5F6D-CBEAE789E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189BB70-92B3-3D0E-A7EA-726AD9605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7FAC07-22A8-BA77-2129-2D593C6AC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83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176192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2D268-CA1E-130F-EC31-6DD4B160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EFA8051-D6FD-A3AF-A736-1D5B21846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EDE1AD1-9F4E-4184-1989-34418499B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B26948-CBD6-622F-D426-065F4526E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84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29389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D0CC6-DBF7-AC37-047A-1A96A68C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17FA2E-1031-9D0A-89FF-8DBF7B630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FF57F98-2666-82AF-224D-26B902579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880CF4-236E-479E-039D-046D6B556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85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18333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17B4-66F7-19E4-FF8A-9473E5326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0E24C8D-4CB2-93FA-A867-DFB5C8C84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FEE8B67-94EB-2926-326F-CC0530DA6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009EFA-B77B-A635-DBD1-2D5FFCC6F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86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44128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826E-3746-94E5-0A9B-E2EC1E71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07AFC7E-3885-0C12-AFA9-89DA7F74D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A96B1ED-9923-E065-76F9-A4D1A7DB7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200" baseline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2C6A44-3600-93B2-0FF5-9313D4086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49051-213C-498B-B905-6EAC6CE1259D}" type="slidenum">
              <a:rPr kumimoji="1" lang="ja-JP" altLang="en-US" smtClean="0"/>
              <a:t>87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413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FF40C9-1161-DD07-60B7-0BAC584FE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353ABD4-C8B4-8CE5-1FCF-D94F8894A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DF5C63-9E1C-30E7-113A-364DAA1F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9A9720-93AA-6B82-7EB4-16357A96C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CF91F5-83CB-3CBF-66DC-DB5CC0CF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156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1D3E20-A035-7345-66AD-4F4D5AB0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6A9C8A-C7ED-B4DB-C45D-00C775CE7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AA55A1-3440-F0A3-178A-8323EC85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B257F4-8EAC-4A6D-719B-12E38648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C86A93-56DE-83A2-EFB7-19CDB4CD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31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20AE07-2EF8-4276-330D-68BB1026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E563F0-2346-DB1C-077A-C15B27D66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43A248-39F6-4F26-B00A-48BE47EEC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F94827-9A18-78A9-68A1-B4144860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C8F224-2F18-252C-FDA4-2059BA8ED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25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08BFC6-F8FA-5B0A-1185-2A1C6F91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1D611E-40F7-7381-97BA-31BCF171A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A504F8-FB69-393E-68AE-0284EAEA6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99D360-A05C-4E13-E2F9-30927D1A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277CCE-F7BE-4981-9030-0B805252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B74373-187A-AE04-8CF3-B5FE1CEA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50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7EB9CB-C4BB-75AC-31B6-F88116EA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B5ECC8-6629-4942-A44B-80879F50C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6B9D3C-42EA-6B54-B4A9-EAD0F922D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DA1E04E-4300-ABAD-338B-BE0F5CA18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80EBB24-7819-B41F-A59A-E10BFDD81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652648-D34B-BEE3-E8A4-61944158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406FCCC-72E3-62EE-A031-1B893073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11D5214-78FB-7CF6-1E8C-4710C259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121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DE7983-1EBF-50DF-022F-B831C627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F1C9116-7E42-0D87-081F-DF542543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00B241B-783D-4876-1B00-D1FC9809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46C4A22-A2F1-9FB6-DE64-DE206EE4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851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379FFB1-A77D-3292-C0CE-EC7BAA1DE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475675-66A2-7983-3C4F-A3A7323F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A05642-28B8-B115-FFF0-B2C6326D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722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FF8F6B-3818-3183-0187-1A715A834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0AF9BB-C291-2367-AD3B-3920FCE4A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8CF8D1-6E87-CE73-76BC-4490BB002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5D9223-553B-1B55-6706-DCFDB904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D80BCD-2E20-E7B0-4EFF-8F575667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4EFAED-0B96-A980-3E31-BFF68642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314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48FE0D-CD70-FE10-3B52-EE6E80F2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1073DE1-13FF-E968-E36D-D1B9BD2ED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B5091E-43E2-C660-44F8-AAD8D7927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F45A29-3540-CD2B-94E5-1DDE98D9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5BDA88-4B2D-E49C-7800-AC795523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A5E4AE-6BBE-5A70-B8F0-20C30069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656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077C9E-7D8F-F3BB-5972-2181E758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D740C4-8CEB-4CF9-7507-6D401211F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C78E8B-DC5D-0055-1285-9552BBC4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BDAADC-A813-292E-F40E-FC3263094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266DD4-2848-4D85-2868-7F34CB34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784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EDA37B-90C7-95FF-784B-5817E9BD5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3A0136-3D82-715A-474B-67A2D83F3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EFA2A4-4034-881D-3973-01AE3B89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6B63D5-0049-A209-DCDE-B03149FFB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0FE0AB-50BA-FF0F-6F74-E0D742B5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87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759C2FB-EEFB-44FA-DD9B-09C24EF89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48CC60-E449-0910-5439-16F580556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E96DEE-99B0-B38B-A0D6-2AC83ECBD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640FF1-EF32-4F50-AA75-128C85E5A772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885A4C-5183-4D39-94F0-123160309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3A1613-4EBD-E0F4-DA1A-CD6FCFA28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80427-2CE6-454D-BEE4-053F216A68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00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compiler.io/ja/new/cpp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it-biz.online/it-skills/variable/#toc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it-biz.online/it-skills/variable/#toc1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it-biz.online/it-skills/variable/#toc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rogramiz.com/cpp-programming/online-compiler/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atcoder.jp/contests/joi2025yo1b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atcoder.jp/contests/APG4b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atcoder.jp/contests/APG4bPython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mozilla.org/ja/docs/Web/HTML" TargetMode="External"/><Relationship Id="rId4" Type="http://schemas.openxmlformats.org/officeDocument/2006/relationships/hyperlink" Target="https://saruwakakun.com/html-css/basic/html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E6F54-91A8-A131-1E3A-AFA26261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楕円 12">
            <a:extLst>
              <a:ext uri="{FF2B5EF4-FFF2-40B4-BE49-F238E27FC236}">
                <a16:creationId xmlns:a16="http://schemas.microsoft.com/office/drawing/2014/main" id="{1FDB73E1-3F1B-B2C1-8E06-7D3F7F464230}"/>
              </a:ext>
            </a:extLst>
          </p:cNvPr>
          <p:cNvSpPr>
            <a:spLocks/>
          </p:cNvSpPr>
          <p:nvPr/>
        </p:nvSpPr>
        <p:spPr>
          <a:xfrm>
            <a:off x="-1898799" y="-1809943"/>
            <a:ext cx="4230486" cy="4141773"/>
          </a:xfrm>
          <a:prstGeom prst="ellipse">
            <a:avLst/>
          </a:prstGeom>
          <a:solidFill>
            <a:srgbClr val="81C2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F8DA557-9B65-3671-92B0-278A1CFD0E78}"/>
              </a:ext>
            </a:extLst>
          </p:cNvPr>
          <p:cNvSpPr>
            <a:spLocks/>
          </p:cNvSpPr>
          <p:nvPr/>
        </p:nvSpPr>
        <p:spPr>
          <a:xfrm>
            <a:off x="-1668574" y="-1951532"/>
            <a:ext cx="4230486" cy="4141773"/>
          </a:xfrm>
          <a:prstGeom prst="ellipse">
            <a:avLst/>
          </a:prstGeom>
          <a:solidFill>
            <a:srgbClr val="3475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6EA94F8-2488-9E33-D9B8-F73BFC1EAC1D}"/>
              </a:ext>
            </a:extLst>
          </p:cNvPr>
          <p:cNvSpPr>
            <a:spLocks/>
          </p:cNvSpPr>
          <p:nvPr/>
        </p:nvSpPr>
        <p:spPr>
          <a:xfrm>
            <a:off x="-1533731" y="-2214804"/>
            <a:ext cx="4230486" cy="4141773"/>
          </a:xfrm>
          <a:prstGeom prst="ellipse">
            <a:avLst/>
          </a:prstGeom>
          <a:solidFill>
            <a:srgbClr val="61B2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AABA044-B499-DC1D-98F0-39DD349425E3}"/>
              </a:ext>
            </a:extLst>
          </p:cNvPr>
          <p:cNvSpPr>
            <a:spLocks/>
          </p:cNvSpPr>
          <p:nvPr/>
        </p:nvSpPr>
        <p:spPr>
          <a:xfrm>
            <a:off x="-463858" y="0"/>
            <a:ext cx="12899254" cy="1028700"/>
          </a:xfrm>
          <a:prstGeom prst="rect">
            <a:avLst/>
          </a:prstGeom>
          <a:solidFill>
            <a:srgbClr val="61B2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8A36E2-76C9-3FF1-4749-CAD2A4D548EC}"/>
              </a:ext>
            </a:extLst>
          </p:cNvPr>
          <p:cNvSpPr>
            <a:spLocks/>
          </p:cNvSpPr>
          <p:nvPr/>
        </p:nvSpPr>
        <p:spPr>
          <a:xfrm>
            <a:off x="-563461" y="6316921"/>
            <a:ext cx="12899254" cy="832528"/>
          </a:xfrm>
          <a:prstGeom prst="rect">
            <a:avLst/>
          </a:prstGeom>
          <a:solidFill>
            <a:srgbClr val="61B2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四角形: 対角を切り取る 5">
            <a:extLst>
              <a:ext uri="{FF2B5EF4-FFF2-40B4-BE49-F238E27FC236}">
                <a16:creationId xmlns:a16="http://schemas.microsoft.com/office/drawing/2014/main" id="{8FDE3A7D-436C-71E6-EAAC-F23A33210990}"/>
              </a:ext>
            </a:extLst>
          </p:cNvPr>
          <p:cNvSpPr>
            <a:spLocks/>
          </p:cNvSpPr>
          <p:nvPr/>
        </p:nvSpPr>
        <p:spPr>
          <a:xfrm>
            <a:off x="9775790" y="5889137"/>
            <a:ext cx="4605328" cy="1474509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81C2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A0C56D4-019C-3EC9-0B6A-4D3F00922FBE}"/>
              </a:ext>
            </a:extLst>
          </p:cNvPr>
          <p:cNvSpPr>
            <a:spLocks/>
          </p:cNvSpPr>
          <p:nvPr/>
        </p:nvSpPr>
        <p:spPr>
          <a:xfrm>
            <a:off x="-1863783" y="-1946694"/>
            <a:ext cx="4230486" cy="4141773"/>
          </a:xfrm>
          <a:prstGeom prst="ellipse">
            <a:avLst/>
          </a:prstGeom>
          <a:solidFill>
            <a:srgbClr val="4495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DF7D70-5B0A-84F3-B6CB-5A6B1C92901E}"/>
              </a:ext>
            </a:extLst>
          </p:cNvPr>
          <p:cNvSpPr txBox="1"/>
          <p:nvPr/>
        </p:nvSpPr>
        <p:spPr>
          <a:xfrm>
            <a:off x="2031426" y="2546057"/>
            <a:ext cx="812914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3800" b="1" u="sng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</a:t>
            </a:r>
            <a:r>
              <a:rPr lang="ja-JP" altLang="en-US" sz="13800" b="1" u="sng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講座</a:t>
            </a:r>
            <a:endParaRPr lang="en-US" altLang="ja-JP" sz="13800" b="1" u="sng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3B16D3-948F-2BE7-02F5-0872B1F098E8}"/>
              </a:ext>
            </a:extLst>
          </p:cNvPr>
          <p:cNvSpPr txBox="1"/>
          <p:nvPr/>
        </p:nvSpPr>
        <p:spPr>
          <a:xfrm>
            <a:off x="3105946" y="1886946"/>
            <a:ext cx="35910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から学べる</a:t>
            </a:r>
            <a:endParaRPr lang="en-US" altLang="ja-JP" sz="5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9453C72-0160-B246-46CF-D153DBA7CE11}"/>
              </a:ext>
            </a:extLst>
          </p:cNvPr>
          <p:cNvSpPr txBox="1"/>
          <p:nvPr/>
        </p:nvSpPr>
        <p:spPr>
          <a:xfrm>
            <a:off x="2031426" y="1356366"/>
            <a:ext cx="11208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48952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8429-4D11-9CCC-412D-875D9EBC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9519301-921D-72C8-BDD6-A01FE56A66F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DA16B0E9-2B17-02C9-0346-94FBBDDFF2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266B5465-E72F-DCCC-2271-9784D85B31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36DE9020-ABA3-F22A-E2E2-57F3447C2E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ADEF65C-423A-2637-B7E8-DE883B3D2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4400833-C144-EC7B-63D4-32737043A5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B6D8F312-65BD-4CF8-11D1-3AAA231058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AB9F750C-C1D3-3A96-FE16-6CA8FF5F44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865CCEE-C098-2123-0929-495C7E30414E}"/>
              </a:ext>
            </a:extLst>
          </p:cNvPr>
          <p:cNvSpPr txBox="1"/>
          <p:nvPr/>
        </p:nvSpPr>
        <p:spPr>
          <a:xfrm>
            <a:off x="393051" y="-143917"/>
            <a:ext cx="111280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en-US" altLang="ja-JP" sz="115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A23CC8-2CC2-39C2-F66B-E6ACCFE63223}"/>
              </a:ext>
            </a:extLst>
          </p:cNvPr>
          <p:cNvSpPr txBox="1"/>
          <p:nvPr/>
        </p:nvSpPr>
        <p:spPr>
          <a:xfrm>
            <a:off x="2661739" y="201920"/>
            <a:ext cx="75200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 dirty="0">
                <a:solidFill>
                  <a:schemeClr val="bg1"/>
                </a:solidFill>
              </a:rPr>
              <a:t>なぜプログラミングを学ぶ？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4B32908-7DD6-EA9D-1351-087C84F4C6F9}"/>
              </a:ext>
            </a:extLst>
          </p:cNvPr>
          <p:cNvSpPr txBox="1"/>
          <p:nvPr/>
        </p:nvSpPr>
        <p:spPr>
          <a:xfrm>
            <a:off x="1275728" y="2551805"/>
            <a:ext cx="10292028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en-US" sz="40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コードを書く</a:t>
            </a:r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プログラミングに挑戦したい人</a:t>
            </a:r>
            <a:endParaRPr lang="en-US" altLang="ja-JP" sz="4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5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en-US" sz="40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ゼロから</a:t>
            </a:r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プログラミングを学びたい人</a:t>
            </a:r>
            <a:endParaRPr lang="en-US" altLang="ja-JP" sz="4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・プログラミングと自分の</a:t>
            </a:r>
            <a:r>
              <a:rPr lang="ja-JP" altLang="en-US" sz="40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相性</a:t>
            </a:r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を知りたい人</a:t>
            </a:r>
            <a:endParaRPr lang="en-US" altLang="ja-JP" sz="4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99150EF-9DB0-A43E-B209-114463AF5F04}"/>
              </a:ext>
            </a:extLst>
          </p:cNvPr>
          <p:cNvSpPr txBox="1"/>
          <p:nvPr/>
        </p:nvSpPr>
        <p:spPr>
          <a:xfrm>
            <a:off x="1653046" y="1822250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本講座の対象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F21F0B5-8617-C578-D9C4-4675006FB4F8}"/>
              </a:ext>
            </a:extLst>
          </p:cNvPr>
          <p:cNvSpPr txBox="1"/>
          <p:nvPr/>
        </p:nvSpPr>
        <p:spPr>
          <a:xfrm>
            <a:off x="1150336" y="4838031"/>
            <a:ext cx="102920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本講座を受けた理由はそれぞれあると思います。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次項ではプログラミングを学ぶ一般的な理由を示します。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9810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2A8A9-D748-6A92-0005-1ADF107ED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745343D-31F7-6A8B-0564-A6C72D8C5C7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B61DCFA8-3262-9965-F7D7-0DDC6BC6E3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2155C60F-B25D-CC31-E3B9-15425179F9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3043CC1-A7A4-899A-62F8-B5C72B162C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2407B2C-8FFD-84B0-17D1-BEDAFC1281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15E50EC-4D8A-BA90-4916-C00BD0833D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0DA2A536-4022-35C8-9A4E-8E2A9B5A6F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15EBEC24-636E-C845-AC57-1C154C3450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14AF15F-5B5C-BFAC-C281-12CF88BFB078}"/>
              </a:ext>
            </a:extLst>
          </p:cNvPr>
          <p:cNvSpPr txBox="1"/>
          <p:nvPr/>
        </p:nvSpPr>
        <p:spPr>
          <a:xfrm>
            <a:off x="393051" y="-143917"/>
            <a:ext cx="111280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4DE61F8-9A9A-ED5E-0848-573BD7D564C4}"/>
              </a:ext>
            </a:extLst>
          </p:cNvPr>
          <p:cNvSpPr txBox="1"/>
          <p:nvPr/>
        </p:nvSpPr>
        <p:spPr>
          <a:xfrm>
            <a:off x="2661739" y="201920"/>
            <a:ext cx="75200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>
                <a:solidFill>
                  <a:schemeClr val="bg1"/>
                </a:solidFill>
              </a:rPr>
              <a:t>なぜプログラミングを学ぶ？</a:t>
            </a:r>
          </a:p>
        </p:txBody>
      </p:sp>
      <p:sp>
        <p:nvSpPr>
          <p:cNvPr id="15" name="ひし形 14">
            <a:extLst>
              <a:ext uri="{FF2B5EF4-FFF2-40B4-BE49-F238E27FC236}">
                <a16:creationId xmlns:a16="http://schemas.microsoft.com/office/drawing/2014/main" id="{08034624-5F41-26B3-CDEC-B29015811CCD}"/>
              </a:ext>
            </a:extLst>
          </p:cNvPr>
          <p:cNvSpPr/>
          <p:nvPr/>
        </p:nvSpPr>
        <p:spPr>
          <a:xfrm>
            <a:off x="1653046" y="2859322"/>
            <a:ext cx="1080655" cy="1128377"/>
          </a:xfrm>
          <a:prstGeom prst="diamond">
            <a:avLst/>
          </a:prstGeom>
          <a:solidFill>
            <a:srgbClr val="2E66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4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ひし形 16">
            <a:extLst>
              <a:ext uri="{FF2B5EF4-FFF2-40B4-BE49-F238E27FC236}">
                <a16:creationId xmlns:a16="http://schemas.microsoft.com/office/drawing/2014/main" id="{285D001D-F025-D3B7-2E09-E4CD26F0F731}"/>
              </a:ext>
            </a:extLst>
          </p:cNvPr>
          <p:cNvSpPr/>
          <p:nvPr/>
        </p:nvSpPr>
        <p:spPr>
          <a:xfrm>
            <a:off x="1653046" y="4401433"/>
            <a:ext cx="1080655" cy="1128377"/>
          </a:xfrm>
          <a:prstGeom prst="diamond">
            <a:avLst/>
          </a:prstGeom>
          <a:solidFill>
            <a:srgbClr val="2E66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4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31AC834-B0E0-3949-DFF8-1BD49419ACEA}"/>
              </a:ext>
            </a:extLst>
          </p:cNvPr>
          <p:cNvSpPr txBox="1"/>
          <p:nvPr/>
        </p:nvSpPr>
        <p:spPr>
          <a:xfrm>
            <a:off x="2913026" y="2817842"/>
            <a:ext cx="5401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論理的思考力を養える</a:t>
            </a:r>
            <a:endParaRPr lang="ja-JP" altLang="en-US" sz="3600">
              <a:solidFill>
                <a:schemeClr val="accent2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36F5ABF-1DA8-AB82-634B-651CDB888E66}"/>
              </a:ext>
            </a:extLst>
          </p:cNvPr>
          <p:cNvSpPr txBox="1"/>
          <p:nvPr/>
        </p:nvSpPr>
        <p:spPr>
          <a:xfrm>
            <a:off x="2933807" y="3349033"/>
            <a:ext cx="6173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プログラミングは多くの場合、何も考えず作るとバグる。養える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勝手に養われる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E4DA10E-43DB-3C32-3798-CB0B761CF342}"/>
              </a:ext>
            </a:extLst>
          </p:cNvPr>
          <p:cNvSpPr txBox="1"/>
          <p:nvPr/>
        </p:nvSpPr>
        <p:spPr>
          <a:xfrm>
            <a:off x="2913026" y="4336323"/>
            <a:ext cx="5128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検索能力が強くなる</a:t>
            </a:r>
            <a:endParaRPr lang="en-US" altLang="ja-JP" sz="3600" b="1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D9CF09B-CB79-90E8-EF3B-C02409FFDA47}"/>
              </a:ext>
            </a:extLst>
          </p:cNvPr>
          <p:cNvSpPr txBox="1"/>
          <p:nvPr/>
        </p:nvSpPr>
        <p:spPr>
          <a:xfrm>
            <a:off x="2933807" y="4956452"/>
            <a:ext cx="6173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エラーと苦闘することが多く、その中でうまく検索する能力は必須。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BEEA292-A6DD-CB3E-C22E-55F5E4B72964}"/>
              </a:ext>
            </a:extLst>
          </p:cNvPr>
          <p:cNvSpPr txBox="1"/>
          <p:nvPr/>
        </p:nvSpPr>
        <p:spPr>
          <a:xfrm>
            <a:off x="1653046" y="1822250"/>
            <a:ext cx="85186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プログラミングを学ぶといいこと</a:t>
            </a:r>
            <a:r>
              <a:rPr lang="en-US" altLang="ja-JP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</a:t>
            </a:r>
          </a:p>
        </p:txBody>
      </p:sp>
    </p:spTree>
    <p:extLst>
      <p:ext uri="{BB962C8B-B14F-4D97-AF65-F5344CB8AC3E}">
        <p14:creationId xmlns:p14="http://schemas.microsoft.com/office/powerpoint/2010/main" val="2877530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9F703-6126-991A-C03D-0AAE79F2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A2AD4F9-A27B-2D4C-A651-46A3FE542FC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2A318411-FFD1-A2B4-FECA-7652ABF0CB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E74B83FD-10FE-CABD-EA49-DFAD747AD1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C1D147A-261C-8C88-4466-906117BD30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EF1A1C3-EE82-D105-AAD1-BEADB7F918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0007491-A04A-2BFB-25DA-3D5ED69041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B74D07F5-47AE-429E-2B88-0567DFDF06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2A22B88-AE36-0A38-5110-515F90806B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CC27E43-60C7-77A8-B667-2C134BE590C1}"/>
              </a:ext>
            </a:extLst>
          </p:cNvPr>
          <p:cNvSpPr txBox="1"/>
          <p:nvPr/>
        </p:nvSpPr>
        <p:spPr>
          <a:xfrm>
            <a:off x="393051" y="-143917"/>
            <a:ext cx="111280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646F9D-C52E-1061-3F04-A438F7F6C70E}"/>
              </a:ext>
            </a:extLst>
          </p:cNvPr>
          <p:cNvSpPr txBox="1"/>
          <p:nvPr/>
        </p:nvSpPr>
        <p:spPr>
          <a:xfrm>
            <a:off x="2661739" y="201920"/>
            <a:ext cx="75200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>
                <a:solidFill>
                  <a:schemeClr val="bg1"/>
                </a:solidFill>
              </a:rPr>
              <a:t>なぜプログラミングを学ぶ？</a:t>
            </a:r>
          </a:p>
        </p:txBody>
      </p:sp>
      <p:sp>
        <p:nvSpPr>
          <p:cNvPr id="15" name="ひし形 14">
            <a:extLst>
              <a:ext uri="{FF2B5EF4-FFF2-40B4-BE49-F238E27FC236}">
                <a16:creationId xmlns:a16="http://schemas.microsoft.com/office/drawing/2014/main" id="{A7F59563-D0E2-E8AB-9B3A-65270FF52514}"/>
              </a:ext>
            </a:extLst>
          </p:cNvPr>
          <p:cNvSpPr/>
          <p:nvPr/>
        </p:nvSpPr>
        <p:spPr>
          <a:xfrm>
            <a:off x="1653046" y="2859322"/>
            <a:ext cx="1080655" cy="1128377"/>
          </a:xfrm>
          <a:prstGeom prst="diamond">
            <a:avLst/>
          </a:prstGeom>
          <a:solidFill>
            <a:srgbClr val="2E66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4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ひし形 16">
            <a:extLst>
              <a:ext uri="{FF2B5EF4-FFF2-40B4-BE49-F238E27FC236}">
                <a16:creationId xmlns:a16="http://schemas.microsoft.com/office/drawing/2014/main" id="{E283E6DF-ECAF-BC2E-AC74-1DBE99CD6E7D}"/>
              </a:ext>
            </a:extLst>
          </p:cNvPr>
          <p:cNvSpPr/>
          <p:nvPr/>
        </p:nvSpPr>
        <p:spPr>
          <a:xfrm>
            <a:off x="1653046" y="4401433"/>
            <a:ext cx="1080655" cy="1128377"/>
          </a:xfrm>
          <a:prstGeom prst="diamond">
            <a:avLst/>
          </a:prstGeom>
          <a:solidFill>
            <a:srgbClr val="2E66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ja-JP" altLang="en-US" sz="14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60014BE-4FB8-2F72-FEA1-A70C7D951E37}"/>
              </a:ext>
            </a:extLst>
          </p:cNvPr>
          <p:cNvSpPr txBox="1"/>
          <p:nvPr/>
        </p:nvSpPr>
        <p:spPr>
          <a:xfrm>
            <a:off x="2913026" y="2817842"/>
            <a:ext cx="5401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将来の選択肢が増える</a:t>
            </a:r>
            <a:endParaRPr lang="ja-JP" altLang="en-US" sz="3600">
              <a:solidFill>
                <a:schemeClr val="accent2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29E536E-FF43-2A77-D7D4-3B254404B0B6}"/>
              </a:ext>
            </a:extLst>
          </p:cNvPr>
          <p:cNvSpPr txBox="1"/>
          <p:nvPr/>
        </p:nvSpPr>
        <p:spPr>
          <a:xfrm>
            <a:off x="2933807" y="3349033"/>
            <a:ext cx="6173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IT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業界の基礎はプログラミング。エンジニアやプログラマー、プログラム周りのデザイナーなんかになれる。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8828868-38ED-C806-4277-B9F3F9307653}"/>
              </a:ext>
            </a:extLst>
          </p:cNvPr>
          <p:cNvSpPr txBox="1"/>
          <p:nvPr/>
        </p:nvSpPr>
        <p:spPr>
          <a:xfrm>
            <a:off x="2913026" y="4336323"/>
            <a:ext cx="5128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創作の選択肢が増える</a:t>
            </a:r>
            <a:endParaRPr lang="en-US" altLang="ja-JP" sz="3600" b="1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0470A7C-1388-5779-AC05-C83D69B484C5}"/>
              </a:ext>
            </a:extLst>
          </p:cNvPr>
          <p:cNvSpPr txBox="1"/>
          <p:nvPr/>
        </p:nvSpPr>
        <p:spPr>
          <a:xfrm>
            <a:off x="2933807" y="4913282"/>
            <a:ext cx="6173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きっとプログラミングの楽しみはここ。ゲーム制作やサイト制作、などなど。挑戦できることが増える。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1575D50-EB00-06B7-3104-E6CCD6EE4F35}"/>
              </a:ext>
            </a:extLst>
          </p:cNvPr>
          <p:cNvSpPr txBox="1"/>
          <p:nvPr/>
        </p:nvSpPr>
        <p:spPr>
          <a:xfrm>
            <a:off x="1653046" y="1822250"/>
            <a:ext cx="85186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プログラミングを学ぶといいこと</a:t>
            </a:r>
            <a:r>
              <a:rPr lang="en-US" altLang="ja-JP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</a:t>
            </a:r>
          </a:p>
        </p:txBody>
      </p:sp>
    </p:spTree>
    <p:extLst>
      <p:ext uri="{BB962C8B-B14F-4D97-AF65-F5344CB8AC3E}">
        <p14:creationId xmlns:p14="http://schemas.microsoft.com/office/powerpoint/2010/main" val="56722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E570A-90FA-FA35-04FE-A6A74B2A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CB6786D-9C49-9011-9DB3-AABC340F059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69D96E4-0460-EC4A-A092-5F162C6824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1BDFB92C-FF9B-D869-3351-8A266BF8B2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65A85A07-63BF-A1D3-93D1-207E6E8E54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FE4C8C1-6688-320E-A2C2-6E3FAEFBE6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605325A-815E-8AD8-6A2E-C4FAF0A4A8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43856E1B-A8FE-C81D-F8CE-F707D86031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B964F491-D1B8-DC70-8E16-87935501BB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5F2D923-749E-4573-584A-EE372805A1A4}"/>
              </a:ext>
            </a:extLst>
          </p:cNvPr>
          <p:cNvSpPr txBox="1"/>
          <p:nvPr/>
        </p:nvSpPr>
        <p:spPr>
          <a:xfrm>
            <a:off x="59079" y="-132727"/>
            <a:ext cx="195117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en-US" altLang="ja-JP" sz="60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.5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2D97D97-F13F-A5EF-1B81-78D7D6CF1596}"/>
              </a:ext>
            </a:extLst>
          </p:cNvPr>
          <p:cNvSpPr txBox="1"/>
          <p:nvPr/>
        </p:nvSpPr>
        <p:spPr>
          <a:xfrm>
            <a:off x="2661739" y="201920"/>
            <a:ext cx="69557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>
                <a:solidFill>
                  <a:schemeClr val="bg1"/>
                </a:solidFill>
              </a:rPr>
              <a:t>プログラミングを学ぶ上で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8FC1B6B-3704-9799-6A89-E09AAA741432}"/>
              </a:ext>
            </a:extLst>
          </p:cNvPr>
          <p:cNvSpPr txBox="1"/>
          <p:nvPr/>
        </p:nvSpPr>
        <p:spPr>
          <a:xfrm>
            <a:off x="1203006" y="1994858"/>
            <a:ext cx="69685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◎大事なこと　</a:t>
            </a:r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(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常にこの限りではない</a:t>
            </a:r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ja-JP" altLang="en-US" sz="40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B287AF-687F-42C4-2A7E-1C5AC43E2545}"/>
              </a:ext>
            </a:extLst>
          </p:cNvPr>
          <p:cNvSpPr txBox="1"/>
          <p:nvPr/>
        </p:nvSpPr>
        <p:spPr>
          <a:xfrm>
            <a:off x="1203006" y="2703680"/>
            <a:ext cx="105288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構文は忘れて当然</a:t>
            </a:r>
            <a:r>
              <a:rPr lang="ja-JP" altLang="en-US" sz="4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。都度、調べればよい</a:t>
            </a:r>
            <a:br>
              <a:rPr lang="en-US" altLang="ja-JP" sz="4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&gt;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どれだけ上手い人も、全部を覚えているわけではない　と思う</a:t>
            </a:r>
            <a:endParaRPr lang="ja-JP" altLang="en-US" sz="44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F3D32BD-787F-ECB1-A7AC-29F8C4B90E38}"/>
              </a:ext>
            </a:extLst>
          </p:cNvPr>
          <p:cNvSpPr txBox="1"/>
          <p:nvPr/>
        </p:nvSpPr>
        <p:spPr>
          <a:xfrm>
            <a:off x="1214869" y="4205116"/>
            <a:ext cx="10269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わからないものは、</a:t>
            </a:r>
            <a:r>
              <a:rPr lang="ja-JP" altLang="en-US" sz="44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調べたり、誰かに聞く</a:t>
            </a:r>
            <a:endParaRPr lang="en-US" altLang="ja-JP" sz="4400" b="1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&gt;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数学と違って、考えてもわからないことは多い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984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3620-6D1E-AA22-AFD0-4B018A82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B9E2CE2-746E-3F44-78F9-9E3DBD93FEB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C768165-DF19-4282-3AC2-FEC72A1202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1096CDD0-C9BC-8C86-FDD9-906DF5F299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31B8A633-C743-1F35-29D3-9298420F16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6EF328A8-8B5C-176B-431E-DAA62B2626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6847A30-FBA3-BF75-8183-C59683952B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3EC7BF9F-EA8F-3D1B-6401-E218B011F0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6A329DD2-C702-C13D-E293-4AD88BAE10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C60A8D-0668-1A47-2A9A-06E550010F64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A516E9-2F24-3D61-D288-066A2052E215}"/>
              </a:ext>
            </a:extLst>
          </p:cNvPr>
          <p:cNvSpPr txBox="1"/>
          <p:nvPr/>
        </p:nvSpPr>
        <p:spPr>
          <a:xfrm>
            <a:off x="2661739" y="201920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とは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942EE8D-A6CE-D77D-5855-1D04B504C0F6}"/>
              </a:ext>
            </a:extLst>
          </p:cNvPr>
          <p:cNvSpPr txBox="1"/>
          <p:nvPr/>
        </p:nvSpPr>
        <p:spPr>
          <a:xfrm>
            <a:off x="5139366" y="8523322"/>
            <a:ext cx="72442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&gt;&gt;</a:t>
            </a:r>
            <a:r>
              <a:rPr lang="ja-JP" altLang="en-US" sz="40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将来の選択肢が増える</a:t>
            </a:r>
            <a:endParaRPr lang="en-US" altLang="ja-JP" sz="40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40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&gt;</a:t>
            </a:r>
            <a:r>
              <a:rPr lang="ja-JP" altLang="en-US" sz="40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現在の創作の選択肢が増える</a:t>
            </a:r>
            <a:endParaRPr lang="en-US" altLang="ja-JP" sz="40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927E8AA-CEA4-7625-9685-2B7DB4A58800}"/>
              </a:ext>
            </a:extLst>
          </p:cNvPr>
          <p:cNvSpPr txBox="1"/>
          <p:nvPr/>
        </p:nvSpPr>
        <p:spPr>
          <a:xfrm>
            <a:off x="1653046" y="1822250"/>
            <a:ext cx="66688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プログラミング言語について</a:t>
            </a:r>
          </a:p>
        </p:txBody>
      </p:sp>
      <p:pic>
        <p:nvPicPr>
          <p:cNvPr id="17" name="グラフィックス 16" descr="男性 枠線">
            <a:extLst>
              <a:ext uri="{FF2B5EF4-FFF2-40B4-BE49-F238E27FC236}">
                <a16:creationId xmlns:a16="http://schemas.microsoft.com/office/drawing/2014/main" id="{78139DA0-4151-B87D-D0CD-969FF080C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8038" y="2572216"/>
            <a:ext cx="2663952" cy="2663952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632B8C3-670E-6008-6A03-5D3B069E3122}"/>
              </a:ext>
            </a:extLst>
          </p:cNvPr>
          <p:cNvSpPr txBox="1"/>
          <p:nvPr/>
        </p:nvSpPr>
        <p:spPr>
          <a:xfrm>
            <a:off x="2416407" y="319469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日本語</a:t>
            </a:r>
            <a:endParaRPr kumimoji="1" lang="ja-JP" altLang="en-US" sz="36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A829C44-22AB-A519-31A1-026BA6561FA3}"/>
              </a:ext>
            </a:extLst>
          </p:cNvPr>
          <p:cNvSpPr txBox="1"/>
          <p:nvPr/>
        </p:nvSpPr>
        <p:spPr>
          <a:xfrm>
            <a:off x="2167140" y="3820017"/>
            <a:ext cx="2068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English</a:t>
            </a:r>
            <a:endParaRPr kumimoji="1" lang="ja-JP" altLang="en-US" sz="36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42D8FA7-7FFA-DA18-CD93-401AB5F53051}"/>
              </a:ext>
            </a:extLst>
          </p:cNvPr>
          <p:cNvSpPr txBox="1"/>
          <p:nvPr/>
        </p:nvSpPr>
        <p:spPr>
          <a:xfrm>
            <a:off x="960763" y="4369355"/>
            <a:ext cx="4859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Español(</a:t>
            </a:r>
            <a:r>
              <a:rPr kumimoji="1"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スペイン</a:t>
            </a: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語</a:t>
            </a:r>
            <a:r>
              <a:rPr lang="en-US" altLang="ja-JP" sz="36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36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530FBA72-7A7C-A031-F9A2-F3E934F471EA}"/>
              </a:ext>
            </a:extLst>
          </p:cNvPr>
          <p:cNvCxnSpPr/>
          <p:nvPr/>
        </p:nvCxnSpPr>
        <p:spPr>
          <a:xfrm>
            <a:off x="5968838" y="4079801"/>
            <a:ext cx="1143000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C2ACA8F-F460-279A-3340-D2952A970F7E}"/>
              </a:ext>
            </a:extLst>
          </p:cNvPr>
          <p:cNvSpPr txBox="1"/>
          <p:nvPr/>
        </p:nvSpPr>
        <p:spPr>
          <a:xfrm>
            <a:off x="3201237" y="5409441"/>
            <a:ext cx="63001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人相手に使うのが</a:t>
            </a:r>
            <a:r>
              <a:rPr lang="ja-JP" altLang="en-US" sz="40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自然言語</a:t>
            </a:r>
          </a:p>
        </p:txBody>
      </p:sp>
    </p:spTree>
    <p:extLst>
      <p:ext uri="{BB962C8B-B14F-4D97-AF65-F5344CB8AC3E}">
        <p14:creationId xmlns:p14="http://schemas.microsoft.com/office/powerpoint/2010/main" val="2737803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61E40-59DA-DB2F-AE59-F83BE94E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DF7159A-F113-81C1-B47C-2F0A3BF8266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C0F7C93-CF52-7E4A-5FFE-99E501DA63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EB346D93-2DAC-D12E-EB52-044F741CD3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C707417E-119E-7F5B-66C8-27F4BB1594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463963F-9F29-6ECF-4AF0-FFD943D078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D57DE8-0D27-9B00-1779-5B96AAFDB6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483ECA54-555C-A3EC-32AA-6CC2EB4944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2A53035D-8AEE-8AED-CFAA-5B2290E01A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D3A4274-B7BA-EDE6-3C0D-F850BAD33062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62538C8-1671-B550-93CF-9C900046C30D}"/>
              </a:ext>
            </a:extLst>
          </p:cNvPr>
          <p:cNvSpPr txBox="1"/>
          <p:nvPr/>
        </p:nvSpPr>
        <p:spPr>
          <a:xfrm>
            <a:off x="2661739" y="201920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とは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94186E2-2276-DF9C-F06D-53508AFC7102}"/>
              </a:ext>
            </a:extLst>
          </p:cNvPr>
          <p:cNvSpPr txBox="1"/>
          <p:nvPr/>
        </p:nvSpPr>
        <p:spPr>
          <a:xfrm>
            <a:off x="1653046" y="1822250"/>
            <a:ext cx="66688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プログラミング言語について</a:t>
            </a:r>
          </a:p>
        </p:txBody>
      </p:sp>
      <p:pic>
        <p:nvPicPr>
          <p:cNvPr id="15" name="グラフィックス 14" descr="コンピューター 枠線">
            <a:extLst>
              <a:ext uri="{FF2B5EF4-FFF2-40B4-BE49-F238E27FC236}">
                <a16:creationId xmlns:a16="http://schemas.microsoft.com/office/drawing/2014/main" id="{BCE32042-E590-149D-9414-BDEDB0350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6185" y="2071493"/>
            <a:ext cx="3322320" cy="332232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E96325F-7196-8213-CDA3-CBF9B299847C}"/>
              </a:ext>
            </a:extLst>
          </p:cNvPr>
          <p:cNvSpPr txBox="1"/>
          <p:nvPr/>
        </p:nvSpPr>
        <p:spPr>
          <a:xfrm>
            <a:off x="2204015" y="3349865"/>
            <a:ext cx="2632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 Java</a:t>
            </a:r>
            <a:endParaRPr lang="ja-JP" altLang="en-US" sz="36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59CE0EE-ED0C-68BC-C0C1-948739FBEA1C}"/>
              </a:ext>
            </a:extLst>
          </p:cNvPr>
          <p:cNvSpPr txBox="1"/>
          <p:nvPr/>
        </p:nvSpPr>
        <p:spPr>
          <a:xfrm>
            <a:off x="1087345" y="3925075"/>
            <a:ext cx="4910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Python JavaScript</a:t>
            </a:r>
            <a:endParaRPr kumimoji="1" lang="ja-JP" altLang="en-US" sz="36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560FFDBB-CD20-B99F-0B34-284F7B8972A1}"/>
              </a:ext>
            </a:extLst>
          </p:cNvPr>
          <p:cNvCxnSpPr/>
          <p:nvPr/>
        </p:nvCxnSpPr>
        <p:spPr>
          <a:xfrm>
            <a:off x="5968838" y="4079801"/>
            <a:ext cx="1143000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6117455-1A9B-4561-6BBB-500EF5878479}"/>
              </a:ext>
            </a:extLst>
          </p:cNvPr>
          <p:cNvSpPr txBox="1"/>
          <p:nvPr/>
        </p:nvSpPr>
        <p:spPr>
          <a:xfrm>
            <a:off x="2609026" y="4932809"/>
            <a:ext cx="71994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機械相手に使うのが</a:t>
            </a:r>
            <a:endParaRPr lang="en-US" altLang="ja-JP" sz="40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40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プログラミング言語</a:t>
            </a:r>
            <a:r>
              <a:rPr lang="en-US" altLang="ja-JP" sz="40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40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人工言語</a:t>
            </a:r>
            <a:r>
              <a:rPr lang="en-US" altLang="ja-JP" sz="40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ja-JP" altLang="en-US" sz="4000" b="1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0976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6A2DB-F83D-D1FB-61E7-3CAD03A4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B3C3AE0-1ABC-B30C-5CBD-1B6822F356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4340942-52F6-02FC-4FCE-311B263728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C86F8369-6A60-2572-8758-D1932F4385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31697438-F764-5FCF-7BCC-CCB90477E6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E8E28F4-A8F7-6A12-31A9-0D834A2FA0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C1AAD19-B261-79CF-42E4-E0974B112B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1FC17415-85D2-4018-C44C-239211CDEB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5BD0EAC6-6D53-DD59-5182-B17A7DE658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6B43D8-25B2-C461-A643-84522CC3207E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69F6B1D-D652-68C5-4054-F902A3686B83}"/>
              </a:ext>
            </a:extLst>
          </p:cNvPr>
          <p:cNvSpPr txBox="1"/>
          <p:nvPr/>
        </p:nvSpPr>
        <p:spPr>
          <a:xfrm>
            <a:off x="2661739" y="201920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とは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4D4DA9D-632D-1222-958C-791AA4D72DE0}"/>
              </a:ext>
            </a:extLst>
          </p:cNvPr>
          <p:cNvSpPr txBox="1"/>
          <p:nvPr/>
        </p:nvSpPr>
        <p:spPr>
          <a:xfrm>
            <a:off x="1653046" y="1822250"/>
            <a:ext cx="35044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</a:t>
            </a:r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について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2A3B8C0-8140-6902-CFDE-CF34395DBF06}"/>
              </a:ext>
            </a:extLst>
          </p:cNvPr>
          <p:cNvSpPr txBox="1"/>
          <p:nvPr/>
        </p:nvSpPr>
        <p:spPr>
          <a:xfrm>
            <a:off x="1559478" y="2732702"/>
            <a:ext cx="1021498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・プログラミング言語の一つ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・難易度は難しい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★★★★★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→よく聞く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Python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は比較すると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★☆☆☆☆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  <a:p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あくまで難易度はイメージ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なんにでも使える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(AI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やサイト・ゲーム開発、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特に競プロ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AC38A58-90BB-60F1-E9F8-18F92E14016D}"/>
              </a:ext>
            </a:extLst>
          </p:cNvPr>
          <p:cNvSpPr txBox="1"/>
          <p:nvPr/>
        </p:nvSpPr>
        <p:spPr>
          <a:xfrm>
            <a:off x="1498789" y="5413918"/>
            <a:ext cx="8973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言語の拡張版　→かなり古い言語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F7AA7BC-9702-0D43-72E2-8050EB9F0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995" y="1103927"/>
            <a:ext cx="1822624" cy="205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60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58C5D-4764-1F89-9AAB-3229E1F2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8B99818-A8EE-EB5D-DA1B-23776157425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0B1A8ED3-CB60-C56A-CBE3-3810F8581A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7FEA019F-8CDF-0893-709A-210F55FAF0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57022A22-A253-7B5A-D30F-1596B53F82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059DF319-11C9-EE63-80CA-8FEA714577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0DBC23E1-6ABE-3838-C1F4-8E0766CAEB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5CB5F51B-3AFD-7F90-2E90-47A2DEFE8A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D5F99ACA-92E3-010D-2FA2-408B0D4DB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EBE4B7F-02E3-279A-9626-254F735B5F5B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3492CCA-3F4D-3455-223E-5499345FF3C9}"/>
              </a:ext>
            </a:extLst>
          </p:cNvPr>
          <p:cNvSpPr txBox="1"/>
          <p:nvPr/>
        </p:nvSpPr>
        <p:spPr>
          <a:xfrm>
            <a:off x="2661739" y="201920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とは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0D2FB6C-744F-685E-1FEA-A010743B4414}"/>
              </a:ext>
            </a:extLst>
          </p:cNvPr>
          <p:cNvSpPr txBox="1"/>
          <p:nvPr/>
        </p:nvSpPr>
        <p:spPr>
          <a:xfrm>
            <a:off x="1653046" y="1822250"/>
            <a:ext cx="67778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</a:t>
            </a:r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のメリット（特に競プロ）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95A7B77-AE81-4814-45BC-28DB72A02111}"/>
              </a:ext>
            </a:extLst>
          </p:cNvPr>
          <p:cNvSpPr txBox="1"/>
          <p:nvPr/>
        </p:nvSpPr>
        <p:spPr>
          <a:xfrm>
            <a:off x="1572005" y="2331870"/>
            <a:ext cx="3993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en-US" sz="5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圧倒的速さ</a:t>
            </a:r>
            <a:endParaRPr lang="en-US" altLang="ja-JP" sz="5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80EA1DA-B571-AAD6-C5B3-AA6D99902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995" y="1103927"/>
            <a:ext cx="1822624" cy="2051519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8FDCF8D-E88B-8D3B-0ADD-FED8A05A4391}"/>
              </a:ext>
            </a:extLst>
          </p:cNvPr>
          <p:cNvSpPr txBox="1"/>
          <p:nvPr/>
        </p:nvSpPr>
        <p:spPr>
          <a:xfrm>
            <a:off x="1448093" y="3139420"/>
            <a:ext cx="10987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九九を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100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万回繰り返して、答えを足し続けた場合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一例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en-US" altLang="ja-JP" sz="6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81961CD-F54B-EF52-F84A-A0E8CAD38C78}"/>
              </a:ext>
            </a:extLst>
          </p:cNvPr>
          <p:cNvSpPr txBox="1"/>
          <p:nvPr/>
        </p:nvSpPr>
        <p:spPr>
          <a:xfrm>
            <a:off x="1516910" y="5621736"/>
            <a:ext cx="1205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</a:t>
            </a:r>
            <a:endParaRPr lang="en-US" altLang="ja-JP" sz="6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ACAD9D3-4411-43B3-8A1E-203FB0697E5A}"/>
              </a:ext>
            </a:extLst>
          </p:cNvPr>
          <p:cNvSpPr txBox="1"/>
          <p:nvPr/>
        </p:nvSpPr>
        <p:spPr>
          <a:xfrm>
            <a:off x="6984427" y="5565510"/>
            <a:ext cx="18389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Python</a:t>
            </a:r>
            <a:endParaRPr lang="en-US" altLang="ja-JP" sz="6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255AA385-F58A-D954-F26C-171734CACD08}"/>
              </a:ext>
            </a:extLst>
          </p:cNvPr>
          <p:cNvGrpSpPr/>
          <p:nvPr/>
        </p:nvGrpSpPr>
        <p:grpSpPr>
          <a:xfrm>
            <a:off x="1572005" y="4247863"/>
            <a:ext cx="3804184" cy="1289676"/>
            <a:chOff x="1572005" y="4247863"/>
            <a:chExt cx="3804184" cy="1289676"/>
          </a:xfrm>
        </p:grpSpPr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62102454-2CB4-FD1E-D1B9-7200DF9B1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2005" y="4247863"/>
              <a:ext cx="3804184" cy="1289676"/>
            </a:xfrm>
            <a:prstGeom prst="rect">
              <a:avLst/>
            </a:prstGeom>
          </p:spPr>
        </p:pic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49549AE0-0C45-9C77-360B-E33E6340BF0F}"/>
                </a:ext>
              </a:extLst>
            </p:cNvPr>
            <p:cNvCxnSpPr>
              <a:cxnSpLocks/>
            </p:cNvCxnSpPr>
            <p:nvPr/>
          </p:nvCxnSpPr>
          <p:spPr>
            <a:xfrm>
              <a:off x="4829012" y="5010411"/>
              <a:ext cx="523452" cy="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D2149339-E16A-4258-B7C3-6F98ABAE8BF2}"/>
              </a:ext>
            </a:extLst>
          </p:cNvPr>
          <p:cNvGrpSpPr/>
          <p:nvPr/>
        </p:nvGrpSpPr>
        <p:grpSpPr>
          <a:xfrm>
            <a:off x="7044738" y="4162274"/>
            <a:ext cx="3979520" cy="1376658"/>
            <a:chOff x="7044738" y="4162274"/>
            <a:chExt cx="3979520" cy="1376658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04E78276-00F2-933D-4762-0B6469068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44738" y="4162274"/>
              <a:ext cx="3979520" cy="1376658"/>
            </a:xfrm>
            <a:prstGeom prst="rect">
              <a:avLst/>
            </a:prstGeom>
          </p:spPr>
        </p:pic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35413D20-A822-D98C-72FB-2F75049BFCEB}"/>
                </a:ext>
              </a:extLst>
            </p:cNvPr>
            <p:cNvCxnSpPr>
              <a:cxnSpLocks/>
            </p:cNvCxnSpPr>
            <p:nvPr/>
          </p:nvCxnSpPr>
          <p:spPr>
            <a:xfrm>
              <a:off x="10225893" y="4974921"/>
              <a:ext cx="696803" cy="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B8D4465-C04D-DFAF-A480-3F232A1072AA}"/>
              </a:ext>
            </a:extLst>
          </p:cNvPr>
          <p:cNvSpPr txBox="1"/>
          <p:nvPr/>
        </p:nvSpPr>
        <p:spPr>
          <a:xfrm>
            <a:off x="2785099" y="5622316"/>
            <a:ext cx="23920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0.003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秒！</a:t>
            </a:r>
            <a:endParaRPr lang="en-US" altLang="ja-JP" sz="60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460FCB6-0A9C-21D6-BEE5-FA6E55C13A37}"/>
              </a:ext>
            </a:extLst>
          </p:cNvPr>
          <p:cNvSpPr txBox="1"/>
          <p:nvPr/>
        </p:nvSpPr>
        <p:spPr>
          <a:xfrm>
            <a:off x="8807560" y="5568373"/>
            <a:ext cx="17283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約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秒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endParaRPr lang="en-US" altLang="ja-JP" sz="60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0DD5722-901A-8313-A4D2-68AD211DB460}"/>
              </a:ext>
            </a:extLst>
          </p:cNvPr>
          <p:cNvSpPr txBox="1"/>
          <p:nvPr/>
        </p:nvSpPr>
        <p:spPr>
          <a:xfrm>
            <a:off x="1448093" y="3667412"/>
            <a:ext cx="102755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なぜ早さが求められる？　→　制限時間が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秒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だから</a:t>
            </a:r>
            <a:endParaRPr lang="en-US" altLang="ja-JP" sz="6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522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A5444-59A8-71AF-71AA-4BA094948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9280F5B-59DB-B07C-9461-B9800C8F625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0F7E443E-1CDA-6358-6375-9009CD7D47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6D23793E-D3E5-3FDB-5E22-27F6657FC9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1C6A11AA-12CA-D677-618C-B646F87FC9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6C40ECC-A696-A64C-8170-B890605AF9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86FBE69-586F-7599-3F95-08A536A123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B606546E-4ED7-C306-7B29-83076B697C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8C2239DD-8316-0231-BF21-64E33EDF78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637D56C-BC36-AAD2-14C6-458A99AA2925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6D61D8F-C1E5-D422-5DA2-4616338EA6A7}"/>
              </a:ext>
            </a:extLst>
          </p:cNvPr>
          <p:cNvSpPr txBox="1"/>
          <p:nvPr/>
        </p:nvSpPr>
        <p:spPr>
          <a:xfrm>
            <a:off x="2661739" y="201920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とは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694D6C1-262F-0182-89AC-EF0C64695D3C}"/>
              </a:ext>
            </a:extLst>
          </p:cNvPr>
          <p:cNvSpPr txBox="1"/>
          <p:nvPr/>
        </p:nvSpPr>
        <p:spPr>
          <a:xfrm>
            <a:off x="1653046" y="1822250"/>
            <a:ext cx="42434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</a:t>
            </a:r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のデメリット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A221003-928D-F07E-5B75-FAC3AB18F096}"/>
              </a:ext>
            </a:extLst>
          </p:cNvPr>
          <p:cNvSpPr txBox="1"/>
          <p:nvPr/>
        </p:nvSpPr>
        <p:spPr>
          <a:xfrm>
            <a:off x="1070964" y="2810223"/>
            <a:ext cx="1059076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・記述量が多い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Python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行で済むものも、最低でも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行は必要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・初期では日本語未対応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日本語を入・出力できない。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Python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などはできるものも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設定すればできるが、ほとんど使われない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27F04DC-830E-ADB4-82FA-BEF0BA7CC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995" y="1103927"/>
            <a:ext cx="1822624" cy="205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69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4EB32-26E0-78C4-5B99-BBF91701B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A5AA170-2B87-4163-BCF8-FC2F2DB026E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1F63ED4-4C69-1206-9D2F-24002B3A8B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D372971A-7E40-9813-F512-E550A786FB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61BE9103-DED8-59BA-03F2-54A1A08BC9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9F21706-CE0E-A44D-762C-F9DF8B36B2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3A4D960-202C-DEDD-20BB-1DBEAA8193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83741371-A677-E90F-1A5D-9C3272F145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E854B591-E5AB-9BA0-1F4A-5E496E3D0E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A4B6B0-2AE5-A248-34B3-213BD5A7B3CC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3ACF5B-DF27-E5F3-5537-0D45819679F4}"/>
              </a:ext>
            </a:extLst>
          </p:cNvPr>
          <p:cNvSpPr txBox="1"/>
          <p:nvPr/>
        </p:nvSpPr>
        <p:spPr>
          <a:xfrm>
            <a:off x="2661739" y="201920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とは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7061A1F-ACAE-246C-9192-CFB2F20BDAD5}"/>
              </a:ext>
            </a:extLst>
          </p:cNvPr>
          <p:cNvSpPr txBox="1"/>
          <p:nvPr/>
        </p:nvSpPr>
        <p:spPr>
          <a:xfrm>
            <a:off x="1653046" y="1822250"/>
            <a:ext cx="87767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実践の準備｜今回使用するエディター</a:t>
            </a:r>
            <a:endParaRPr lang="en-US" altLang="ja-JP" sz="4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6C0A696-E154-9F56-F869-C077164B22B1}"/>
              </a:ext>
            </a:extLst>
          </p:cNvPr>
          <p:cNvSpPr txBox="1"/>
          <p:nvPr/>
        </p:nvSpPr>
        <p:spPr>
          <a:xfrm>
            <a:off x="1698216" y="2634753"/>
            <a:ext cx="4473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myCompiler.io</a:t>
            </a:r>
            <a:endParaRPr lang="en-US" altLang="ja-JP" dirty="0">
              <a:solidFill>
                <a:schemeClr val="accent2"/>
              </a:solidFill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D51F2C1-BEEA-D096-B2E2-E40512478F03}"/>
              </a:ext>
            </a:extLst>
          </p:cNvPr>
          <p:cNvGrpSpPr/>
          <p:nvPr/>
        </p:nvGrpSpPr>
        <p:grpSpPr>
          <a:xfrm>
            <a:off x="1653046" y="3176554"/>
            <a:ext cx="9131864" cy="3140367"/>
            <a:chOff x="1653046" y="3176554"/>
            <a:chExt cx="8382618" cy="2752375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7FB9DB9F-143D-3683-1791-3D54CEAEBF18}"/>
                </a:ext>
              </a:extLst>
            </p:cNvPr>
            <p:cNvGrpSpPr/>
            <p:nvPr/>
          </p:nvGrpSpPr>
          <p:grpSpPr>
            <a:xfrm>
              <a:off x="1653046" y="3323687"/>
              <a:ext cx="5814554" cy="2605242"/>
              <a:chOff x="1653046" y="3323687"/>
              <a:chExt cx="5814554" cy="2605242"/>
            </a:xfrm>
          </p:grpSpPr>
          <p:pic>
            <p:nvPicPr>
              <p:cNvPr id="21" name="図 20">
                <a:extLst>
                  <a:ext uri="{FF2B5EF4-FFF2-40B4-BE49-F238E27FC236}">
                    <a16:creationId xmlns:a16="http://schemas.microsoft.com/office/drawing/2014/main" id="{BAD7B5E1-BD03-B139-DC25-CCF5E76709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17043"/>
              <a:stretch/>
            </p:blipFill>
            <p:spPr>
              <a:xfrm>
                <a:off x="1653046" y="3323687"/>
                <a:ext cx="5814554" cy="2605242"/>
              </a:xfrm>
              <a:prstGeom prst="rect">
                <a:avLst/>
              </a:prstGeom>
            </p:spPr>
          </p:pic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774496AB-51DC-4D14-E9BF-C3FA2A8074B4}"/>
                  </a:ext>
                </a:extLst>
              </p:cNvPr>
              <p:cNvGrpSpPr/>
              <p:nvPr/>
            </p:nvGrpSpPr>
            <p:grpSpPr>
              <a:xfrm>
                <a:off x="1698216" y="3339340"/>
                <a:ext cx="5725378" cy="2357584"/>
                <a:chOff x="1698216" y="3339340"/>
                <a:chExt cx="5725378" cy="2357584"/>
              </a:xfrm>
            </p:grpSpPr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64B5F732-9AB2-F3FE-4825-BFAD995C307C}"/>
                    </a:ext>
                  </a:extLst>
                </p:cNvPr>
                <p:cNvSpPr/>
                <p:nvPr/>
              </p:nvSpPr>
              <p:spPr>
                <a:xfrm>
                  <a:off x="1698216" y="3564114"/>
                  <a:ext cx="3814326" cy="2132810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コードを書くとこ</a:t>
                  </a:r>
                  <a:endParaRPr kumimoji="1" lang="ja-JP" altLang="en-US" dirty="0"/>
                </a:p>
              </p:txBody>
            </p: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D3DDAC82-455B-5B7D-0705-D335D043E329}"/>
                    </a:ext>
                  </a:extLst>
                </p:cNvPr>
                <p:cNvSpPr/>
                <p:nvPr/>
              </p:nvSpPr>
              <p:spPr>
                <a:xfrm>
                  <a:off x="5491112" y="3564114"/>
                  <a:ext cx="1917835" cy="240919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入力</a:t>
                  </a:r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09F9CD28-B270-5991-851A-005FD4A987DF}"/>
                    </a:ext>
                  </a:extLst>
                </p:cNvPr>
                <p:cNvSpPr/>
                <p:nvPr/>
              </p:nvSpPr>
              <p:spPr>
                <a:xfrm>
                  <a:off x="5505759" y="3852449"/>
                  <a:ext cx="1917835" cy="1476145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出力</a:t>
                  </a:r>
                  <a:endParaRPr kumimoji="1" lang="ja-JP" altLang="en-US" dirty="0"/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9694F158-1483-AF33-CF31-E0A1BB20AC70}"/>
                    </a:ext>
                  </a:extLst>
                </p:cNvPr>
                <p:cNvSpPr/>
                <p:nvPr/>
              </p:nvSpPr>
              <p:spPr>
                <a:xfrm>
                  <a:off x="6244043" y="3339340"/>
                  <a:ext cx="671450" cy="197649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A234C371-0D7B-1029-4DBF-91231A821CCD}"/>
                </a:ext>
              </a:extLst>
            </p:cNvPr>
            <p:cNvGrpSpPr/>
            <p:nvPr/>
          </p:nvGrpSpPr>
          <p:grpSpPr>
            <a:xfrm>
              <a:off x="6878972" y="3176554"/>
              <a:ext cx="3156692" cy="523220"/>
              <a:chOff x="6878972" y="3176554"/>
              <a:chExt cx="3156692" cy="523220"/>
            </a:xfrm>
          </p:grpSpPr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9559309E-7AF7-3D69-1D81-EEF09140290D}"/>
                  </a:ext>
                </a:extLst>
              </p:cNvPr>
              <p:cNvSpPr txBox="1"/>
              <p:nvPr/>
            </p:nvSpPr>
            <p:spPr>
              <a:xfrm>
                <a:off x="8102121" y="3176554"/>
                <a:ext cx="19335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コード実行</a:t>
                </a:r>
                <a:endPara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2B4B6991-31B3-A138-D0A5-FAC66DC703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78972" y="3429000"/>
                <a:ext cx="1152324" cy="45952"/>
              </a:xfrm>
              <a:prstGeom prst="line">
                <a:avLst/>
              </a:prstGeom>
              <a:ln w="44450" cmpd="sng">
                <a:solidFill>
                  <a:schemeClr val="bg2">
                    <a:lumMod val="75000"/>
                  </a:schemeClr>
                </a:solidFill>
                <a:headEnd type="oval" w="med" len="med"/>
                <a:tailEnd type="oval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FA39355-1122-B880-0D49-FA8123C80E1C}"/>
              </a:ext>
            </a:extLst>
          </p:cNvPr>
          <p:cNvSpPr txBox="1"/>
          <p:nvPr/>
        </p:nvSpPr>
        <p:spPr>
          <a:xfrm>
            <a:off x="5985769" y="2729050"/>
            <a:ext cx="4967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3"/>
              </a:rPr>
              <a:t>https://www.mycompiler.io/ja/new/cpp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48391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10DD2-556D-F73E-D62C-F694A2E76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E1B8BFD-04BD-BD63-3F18-458616041E1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58A3F32D-4F96-7FAB-BA8E-392FF372EA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0D5D7221-C9F0-FE9F-4A1B-E9A734A944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8DE1794-36B6-9241-A282-B3F6BB8148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BC5AEE2-C400-1093-DA86-4CE3E0E4E0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D641B3C8-AF54-179D-CBBF-8A5D215E67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B6C9D1E6-A424-2B46-7ADF-61AA15DA7E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055680A-FCF2-68C4-5D49-7DBA7EC943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CD2AFAB-AA0C-5953-925A-5F154F21BF6A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A29AC10-E4D1-0E07-D42F-DF6DF4D374E8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2BA76FA-0B4C-AB21-C55D-8F2F9940CA28}"/>
              </a:ext>
            </a:extLst>
          </p:cNvPr>
          <p:cNvSpPr/>
          <p:nvPr/>
        </p:nvSpPr>
        <p:spPr>
          <a:xfrm>
            <a:off x="4528826" y="3656746"/>
            <a:ext cx="3021136" cy="2013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機械</a:t>
            </a:r>
            <a:endParaRPr kumimoji="1" lang="ja-JP" altLang="en-US" sz="480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7AF20B8-CA54-7711-B42D-0264E8CE252C}"/>
              </a:ext>
            </a:extLst>
          </p:cNvPr>
          <p:cNvSpPr/>
          <p:nvPr/>
        </p:nvSpPr>
        <p:spPr>
          <a:xfrm>
            <a:off x="892760" y="4108873"/>
            <a:ext cx="2081918" cy="865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8C6956E-0A76-9E53-D8F4-ABEBF48F5A19}"/>
              </a:ext>
            </a:extLst>
          </p:cNvPr>
          <p:cNvCxnSpPr>
            <a:cxnSpLocks/>
          </p:cNvCxnSpPr>
          <p:nvPr/>
        </p:nvCxnSpPr>
        <p:spPr>
          <a:xfrm>
            <a:off x="3141410" y="3631535"/>
            <a:ext cx="977829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1DDE5E2F-93DB-4C25-9E67-E41FE9261E3F}"/>
              </a:ext>
            </a:extLst>
          </p:cNvPr>
          <p:cNvCxnSpPr>
            <a:cxnSpLocks/>
          </p:cNvCxnSpPr>
          <p:nvPr/>
        </p:nvCxnSpPr>
        <p:spPr>
          <a:xfrm>
            <a:off x="7963464" y="3631535"/>
            <a:ext cx="977829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グラフィックス 23" descr="ドキュメント 枠線">
            <a:extLst>
              <a:ext uri="{FF2B5EF4-FFF2-40B4-BE49-F238E27FC236}">
                <a16:creationId xmlns:a16="http://schemas.microsoft.com/office/drawing/2014/main" id="{D54A4A2D-5359-3EDE-30B1-4A204B34C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797" y="2570832"/>
            <a:ext cx="1776172" cy="1776172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5B64D3B-1BF0-E2FF-DB56-BE600B240A60}"/>
              </a:ext>
            </a:extLst>
          </p:cNvPr>
          <p:cNvSpPr/>
          <p:nvPr/>
        </p:nvSpPr>
        <p:spPr>
          <a:xfrm>
            <a:off x="9217322" y="4035975"/>
            <a:ext cx="2081918" cy="865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</a:t>
            </a:r>
          </a:p>
        </p:txBody>
      </p:sp>
      <p:pic>
        <p:nvPicPr>
          <p:cNvPr id="30" name="グラフィックス 29" descr="ドキュメント 枠線">
            <a:extLst>
              <a:ext uri="{FF2B5EF4-FFF2-40B4-BE49-F238E27FC236}">
                <a16:creationId xmlns:a16="http://schemas.microsoft.com/office/drawing/2014/main" id="{AE4F92B9-B610-A6CA-70FD-936352FA1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0359" y="2497934"/>
            <a:ext cx="1776172" cy="1776172"/>
          </a:xfrm>
          <a:prstGeom prst="rect">
            <a:avLst/>
          </a:prstGeom>
        </p:spPr>
      </p:pic>
      <p:pic>
        <p:nvPicPr>
          <p:cNvPr id="31" name="グラフィックス 30" descr="コンピューター 枠線">
            <a:extLst>
              <a:ext uri="{FF2B5EF4-FFF2-40B4-BE49-F238E27FC236}">
                <a16:creationId xmlns:a16="http://schemas.microsoft.com/office/drawing/2014/main" id="{B942BAD9-40AF-54B3-B1F0-2BB2CB390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1611" y="1672444"/>
            <a:ext cx="3322320" cy="332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44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3393F-E24E-2D56-9B68-096E6F9C6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61ED78C-8904-3849-8200-392710BE833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36CFC299-D45C-32DA-C8FE-43B642735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5F41848-8C72-BED5-8990-74C6B31E22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793F8781-A155-3B31-4D2F-D3CC4432AD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1561DA6-A970-0E1D-C322-559795E5DC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CF5CF41-02FF-9D04-D60B-252EEE8771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11434C94-103D-C1D2-B480-5AB811423E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1B267C9A-4585-74D4-3E2C-3BDD4C3C2D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B63C7A6-A708-F503-9068-EA175854FD25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82546E-D867-4997-2AC0-3D7F5214CFA9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C53B312-350C-E8D8-E771-6AB7F28ECB02}"/>
              </a:ext>
            </a:extLst>
          </p:cNvPr>
          <p:cNvSpPr/>
          <p:nvPr/>
        </p:nvSpPr>
        <p:spPr>
          <a:xfrm>
            <a:off x="4528826" y="3056985"/>
            <a:ext cx="3021136" cy="2013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機械</a:t>
            </a:r>
            <a:endParaRPr kumimoji="1" lang="ja-JP" altLang="en-US" sz="480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7078EE-EACB-6B77-50BF-152CBBE8F8B2}"/>
              </a:ext>
            </a:extLst>
          </p:cNvPr>
          <p:cNvSpPr/>
          <p:nvPr/>
        </p:nvSpPr>
        <p:spPr>
          <a:xfrm>
            <a:off x="892760" y="3509112"/>
            <a:ext cx="2081918" cy="865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1A39A12E-D410-69FA-6947-B85A78421612}"/>
              </a:ext>
            </a:extLst>
          </p:cNvPr>
          <p:cNvCxnSpPr>
            <a:cxnSpLocks/>
          </p:cNvCxnSpPr>
          <p:nvPr/>
        </p:nvCxnSpPr>
        <p:spPr>
          <a:xfrm>
            <a:off x="3141410" y="3031774"/>
            <a:ext cx="977829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CF8D3CF7-1818-7B99-CA18-C8F8ACD55EA5}"/>
              </a:ext>
            </a:extLst>
          </p:cNvPr>
          <p:cNvCxnSpPr>
            <a:cxnSpLocks/>
          </p:cNvCxnSpPr>
          <p:nvPr/>
        </p:nvCxnSpPr>
        <p:spPr>
          <a:xfrm>
            <a:off x="7963464" y="3031774"/>
            <a:ext cx="977829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グラフィックス 23" descr="ドキュメント 枠線">
            <a:extLst>
              <a:ext uri="{FF2B5EF4-FFF2-40B4-BE49-F238E27FC236}">
                <a16:creationId xmlns:a16="http://schemas.microsoft.com/office/drawing/2014/main" id="{B80C7460-4A53-C752-2AD5-80937B9D6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797" y="1971071"/>
            <a:ext cx="1776172" cy="1776172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718ED4E-0767-1AF6-8DB4-DF6A353DF6DD}"/>
              </a:ext>
            </a:extLst>
          </p:cNvPr>
          <p:cNvSpPr/>
          <p:nvPr/>
        </p:nvSpPr>
        <p:spPr>
          <a:xfrm>
            <a:off x="9217322" y="3436214"/>
            <a:ext cx="2081918" cy="865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</a:t>
            </a:r>
          </a:p>
        </p:txBody>
      </p:sp>
      <p:pic>
        <p:nvPicPr>
          <p:cNvPr id="30" name="グラフィックス 29" descr="ドキュメント 枠線">
            <a:extLst>
              <a:ext uri="{FF2B5EF4-FFF2-40B4-BE49-F238E27FC236}">
                <a16:creationId xmlns:a16="http://schemas.microsoft.com/office/drawing/2014/main" id="{C85256DD-19E5-97D0-996C-A8886D7C6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0359" y="1898173"/>
            <a:ext cx="1776172" cy="1776172"/>
          </a:xfrm>
          <a:prstGeom prst="rect">
            <a:avLst/>
          </a:prstGeom>
        </p:spPr>
      </p:pic>
      <p:pic>
        <p:nvPicPr>
          <p:cNvPr id="31" name="グラフィックス 30" descr="コンピューター 枠線">
            <a:extLst>
              <a:ext uri="{FF2B5EF4-FFF2-40B4-BE49-F238E27FC236}">
                <a16:creationId xmlns:a16="http://schemas.microsoft.com/office/drawing/2014/main" id="{292A4C6A-1E69-9E2E-7387-9AB4D6EB03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1611" y="1072683"/>
            <a:ext cx="3322320" cy="3322320"/>
          </a:xfrm>
          <a:prstGeom prst="rect">
            <a:avLst/>
          </a:prstGeom>
        </p:spPr>
      </p:pic>
      <p:sp>
        <p:nvSpPr>
          <p:cNvPr id="11" name="右中かっこ 10">
            <a:extLst>
              <a:ext uri="{FF2B5EF4-FFF2-40B4-BE49-F238E27FC236}">
                <a16:creationId xmlns:a16="http://schemas.microsoft.com/office/drawing/2014/main" id="{552BDEF9-4943-34F8-6E54-FA4CF652BFC9}"/>
              </a:ext>
            </a:extLst>
          </p:cNvPr>
          <p:cNvSpPr/>
          <p:nvPr/>
        </p:nvSpPr>
        <p:spPr>
          <a:xfrm rot="5400000">
            <a:off x="2522257" y="2962998"/>
            <a:ext cx="437348" cy="3301359"/>
          </a:xfrm>
          <a:prstGeom prst="rightBrace">
            <a:avLst>
              <a:gd name="adj1" fmla="val 48065"/>
              <a:gd name="adj2" fmla="val 53309"/>
            </a:avLst>
          </a:prstGeom>
          <a:ln w="19050">
            <a:solidFill>
              <a:srgbClr val="61B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6E286A5-0B2E-CBB3-B576-19C3F72E60C3}"/>
              </a:ext>
            </a:extLst>
          </p:cNvPr>
          <p:cNvSpPr txBox="1"/>
          <p:nvPr/>
        </p:nvSpPr>
        <p:spPr>
          <a:xfrm>
            <a:off x="967912" y="4973936"/>
            <a:ext cx="34563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accent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 </a:t>
            </a:r>
            <a:r>
              <a:rPr lang="en-US" altLang="ja-JP" sz="4800" b="1">
                <a:solidFill>
                  <a:schemeClr val="accent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input</a:t>
            </a:r>
            <a:endParaRPr kumimoji="1" lang="ja-JP" altLang="en-US" sz="4800" b="1">
              <a:solidFill>
                <a:schemeClr val="accent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右中かっこ 18">
            <a:extLst>
              <a:ext uri="{FF2B5EF4-FFF2-40B4-BE49-F238E27FC236}">
                <a16:creationId xmlns:a16="http://schemas.microsoft.com/office/drawing/2014/main" id="{AE253737-CC84-7A18-0655-E5AF31905BDA}"/>
              </a:ext>
            </a:extLst>
          </p:cNvPr>
          <p:cNvSpPr/>
          <p:nvPr/>
        </p:nvSpPr>
        <p:spPr>
          <a:xfrm rot="5400000">
            <a:off x="9295819" y="2962998"/>
            <a:ext cx="437348" cy="3301359"/>
          </a:xfrm>
          <a:prstGeom prst="rightBrace">
            <a:avLst>
              <a:gd name="adj1" fmla="val 48065"/>
              <a:gd name="adj2" fmla="val 53309"/>
            </a:avLst>
          </a:prstGeom>
          <a:ln w="19050">
            <a:solidFill>
              <a:srgbClr val="61B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61968EB-01BF-31C6-318C-FBA526C3C2E7}"/>
              </a:ext>
            </a:extLst>
          </p:cNvPr>
          <p:cNvSpPr txBox="1"/>
          <p:nvPr/>
        </p:nvSpPr>
        <p:spPr>
          <a:xfrm>
            <a:off x="7741474" y="4973936"/>
            <a:ext cx="39917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accent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出力 </a:t>
            </a:r>
            <a:r>
              <a:rPr lang="en-US" altLang="ja-JP" sz="4800" b="1">
                <a:solidFill>
                  <a:schemeClr val="accent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output</a:t>
            </a:r>
            <a:endParaRPr kumimoji="1" lang="ja-JP" altLang="en-US" sz="4800" b="1">
              <a:solidFill>
                <a:schemeClr val="accent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298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FF89-F16D-1E72-8DE7-D5869A82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16ED304-0606-F10E-F7DC-6A337E64657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5B0A2BCD-E2D9-B943-808D-D5B2104945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83F8300F-0B3D-334F-299A-189F8BA090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4F93CD56-E32B-FA9A-FF6B-8A422E6D93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B114637-EE96-4680-1884-ABE12BB71F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889C48B-9E96-BC26-E981-359C74267D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6E8A8B41-A3D1-DC7F-9040-71A8365787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078EF61-21CE-0F49-C551-13E1E84CE9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3017C7-0CCD-2435-8D19-DA74D23ADF1E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3256B3-D67B-D03D-6F24-47A2A1822866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C55FAB9-7A2E-EC06-E3B7-46F4E7CE6CF1}"/>
              </a:ext>
            </a:extLst>
          </p:cNvPr>
          <p:cNvSpPr/>
          <p:nvPr/>
        </p:nvSpPr>
        <p:spPr>
          <a:xfrm>
            <a:off x="4522601" y="3243504"/>
            <a:ext cx="3021136" cy="2013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蔵書検索</a:t>
            </a:r>
            <a:endParaRPr kumimoji="1" lang="en-US" altLang="ja-JP" sz="400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40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</a:t>
            </a:r>
            <a:endParaRPr kumimoji="1" lang="ja-JP" altLang="en-US" sz="400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0DAEFE6-7689-55B9-2CBE-050A14CBFE2E}"/>
              </a:ext>
            </a:extLst>
          </p:cNvPr>
          <p:cNvSpPr/>
          <p:nvPr/>
        </p:nvSpPr>
        <p:spPr>
          <a:xfrm>
            <a:off x="643234" y="3485558"/>
            <a:ext cx="2721297" cy="865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本の名前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54E0403-072D-657A-9B7A-9168AF8BBBCE}"/>
              </a:ext>
            </a:extLst>
          </p:cNvPr>
          <p:cNvCxnSpPr>
            <a:cxnSpLocks/>
          </p:cNvCxnSpPr>
          <p:nvPr/>
        </p:nvCxnSpPr>
        <p:spPr>
          <a:xfrm>
            <a:off x="3141410" y="3031774"/>
            <a:ext cx="977829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B5351E9B-E411-14D6-EB49-C6EC32AE5615}"/>
              </a:ext>
            </a:extLst>
          </p:cNvPr>
          <p:cNvCxnSpPr>
            <a:cxnSpLocks/>
          </p:cNvCxnSpPr>
          <p:nvPr/>
        </p:nvCxnSpPr>
        <p:spPr>
          <a:xfrm>
            <a:off x="7963464" y="3031774"/>
            <a:ext cx="977829" cy="0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グラフィックス 23" descr="ドキュメント 枠線">
            <a:extLst>
              <a:ext uri="{FF2B5EF4-FFF2-40B4-BE49-F238E27FC236}">
                <a16:creationId xmlns:a16="http://schemas.microsoft.com/office/drawing/2014/main" id="{C1CC377F-FC2E-62A4-105C-4672F6137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797" y="1971071"/>
            <a:ext cx="1776172" cy="1776172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608C218-5D92-F533-FD61-55DCD2995AFC}"/>
              </a:ext>
            </a:extLst>
          </p:cNvPr>
          <p:cNvSpPr/>
          <p:nvPr/>
        </p:nvSpPr>
        <p:spPr>
          <a:xfrm>
            <a:off x="8173184" y="3485558"/>
            <a:ext cx="4306257" cy="865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本の貸し出し状況</a:t>
            </a:r>
            <a:endParaRPr kumimoji="1" lang="ja-JP" altLang="en-US" sz="360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0" name="グラフィックス 29" descr="ドキュメント 枠線">
            <a:extLst>
              <a:ext uri="{FF2B5EF4-FFF2-40B4-BE49-F238E27FC236}">
                <a16:creationId xmlns:a16="http://schemas.microsoft.com/office/drawing/2014/main" id="{1748898D-7960-518F-63AB-B293E51F8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2513" y="1896638"/>
            <a:ext cx="1776172" cy="1776172"/>
          </a:xfrm>
          <a:prstGeom prst="rect">
            <a:avLst/>
          </a:prstGeom>
        </p:spPr>
      </p:pic>
      <p:pic>
        <p:nvPicPr>
          <p:cNvPr id="31" name="グラフィックス 30" descr="コンピューター 枠線">
            <a:extLst>
              <a:ext uri="{FF2B5EF4-FFF2-40B4-BE49-F238E27FC236}">
                <a16:creationId xmlns:a16="http://schemas.microsoft.com/office/drawing/2014/main" id="{1F5ADEA5-ECF9-C1FF-AABF-AB3281C561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1611" y="1072683"/>
            <a:ext cx="3322320" cy="3322320"/>
          </a:xfrm>
          <a:prstGeom prst="rect">
            <a:avLst/>
          </a:prstGeom>
        </p:spPr>
      </p:pic>
      <p:sp>
        <p:nvSpPr>
          <p:cNvPr id="11" name="右中かっこ 10">
            <a:extLst>
              <a:ext uri="{FF2B5EF4-FFF2-40B4-BE49-F238E27FC236}">
                <a16:creationId xmlns:a16="http://schemas.microsoft.com/office/drawing/2014/main" id="{09181D88-BCC6-C0A5-E795-C11266ED2391}"/>
              </a:ext>
            </a:extLst>
          </p:cNvPr>
          <p:cNvSpPr/>
          <p:nvPr/>
        </p:nvSpPr>
        <p:spPr>
          <a:xfrm rot="5400000">
            <a:off x="2522257" y="2962998"/>
            <a:ext cx="437348" cy="3301359"/>
          </a:xfrm>
          <a:prstGeom prst="rightBrace">
            <a:avLst>
              <a:gd name="adj1" fmla="val 48065"/>
              <a:gd name="adj2" fmla="val 53309"/>
            </a:avLst>
          </a:prstGeom>
          <a:ln w="19050">
            <a:solidFill>
              <a:srgbClr val="61B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B7AB532-E029-EEB9-4C84-5994B6DE78AB}"/>
              </a:ext>
            </a:extLst>
          </p:cNvPr>
          <p:cNvSpPr txBox="1"/>
          <p:nvPr/>
        </p:nvSpPr>
        <p:spPr>
          <a:xfrm>
            <a:off x="967912" y="4973936"/>
            <a:ext cx="34563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accent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 </a:t>
            </a:r>
            <a:r>
              <a:rPr lang="en-US" altLang="ja-JP" sz="4800" b="1">
                <a:solidFill>
                  <a:schemeClr val="accent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input</a:t>
            </a:r>
            <a:endParaRPr kumimoji="1" lang="ja-JP" altLang="en-US" sz="4800" b="1">
              <a:solidFill>
                <a:schemeClr val="accent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右中かっこ 18">
            <a:extLst>
              <a:ext uri="{FF2B5EF4-FFF2-40B4-BE49-F238E27FC236}">
                <a16:creationId xmlns:a16="http://schemas.microsoft.com/office/drawing/2014/main" id="{BF58C56C-76B3-F870-C7E7-9769745963A7}"/>
              </a:ext>
            </a:extLst>
          </p:cNvPr>
          <p:cNvSpPr/>
          <p:nvPr/>
        </p:nvSpPr>
        <p:spPr>
          <a:xfrm rot="5400000">
            <a:off x="9295819" y="2962998"/>
            <a:ext cx="437348" cy="3301359"/>
          </a:xfrm>
          <a:prstGeom prst="rightBrace">
            <a:avLst>
              <a:gd name="adj1" fmla="val 48065"/>
              <a:gd name="adj2" fmla="val 53309"/>
            </a:avLst>
          </a:prstGeom>
          <a:ln w="19050">
            <a:solidFill>
              <a:srgbClr val="61B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8839D40-2FFD-94EB-8A85-C8B8EB5CCF62}"/>
              </a:ext>
            </a:extLst>
          </p:cNvPr>
          <p:cNvSpPr txBox="1"/>
          <p:nvPr/>
        </p:nvSpPr>
        <p:spPr>
          <a:xfrm>
            <a:off x="7741474" y="4973936"/>
            <a:ext cx="39917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accent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出力 </a:t>
            </a:r>
            <a:r>
              <a:rPr lang="en-US" altLang="ja-JP" sz="4800" b="1">
                <a:solidFill>
                  <a:schemeClr val="accent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output</a:t>
            </a:r>
            <a:endParaRPr kumimoji="1" lang="ja-JP" altLang="en-US" sz="4800" b="1">
              <a:solidFill>
                <a:schemeClr val="accent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7988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3AC0-88B0-5989-8AD5-5AD5AB686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583C43F-3F3A-F103-3450-ED636A0E59B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999F8FD-DB6A-73EF-090C-CDBCEEE48F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3EC95499-3550-D485-F5A7-3430426E60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7819A61-6D13-63AC-828F-CBF553085F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1B66C9B-5D3C-F03D-FE04-0A6A744F90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E19B5B8-7B6C-BDB0-26C0-CDA2D7C25D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0CEE3A95-6EE7-713B-B6B2-BA8D53AF6A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E70609AA-D98E-DDB6-8479-8341CEA4D7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5B4601-437C-368A-7F29-924D91A4CC00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ED123F3-9D4B-83F4-EA37-363B5B306F85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FD34389-B743-6F39-88F3-64A97599E9A1}"/>
              </a:ext>
            </a:extLst>
          </p:cNvPr>
          <p:cNvSpPr txBox="1"/>
          <p:nvPr/>
        </p:nvSpPr>
        <p:spPr>
          <a:xfrm>
            <a:off x="1302955" y="2025922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入力と出力方法</a:t>
            </a:r>
            <a:r>
              <a:rPr kumimoji="1"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endParaRPr kumimoji="1"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F678F37-C8DC-79C4-2ED4-30461DA27B0E}"/>
              </a:ext>
            </a:extLst>
          </p:cNvPr>
          <p:cNvSpPr txBox="1"/>
          <p:nvPr/>
        </p:nvSpPr>
        <p:spPr>
          <a:xfrm>
            <a:off x="1814552" y="3743325"/>
            <a:ext cx="280237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8000" b="1" dirty="0" err="1">
                <a:solidFill>
                  <a:srgbClr val="9FD9F5"/>
                </a:solidFill>
                <a:highlight>
                  <a:srgbClr val="141621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r>
              <a:rPr kumimoji="1" lang="en-US" altLang="ja-JP" sz="8000" b="1" dirty="0" err="1">
                <a:solidFill>
                  <a:srgbClr val="9FD9F5"/>
                </a:solidFill>
                <a:highlight>
                  <a:srgbClr val="141621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out</a:t>
            </a:r>
            <a:endParaRPr kumimoji="1" lang="en-US" altLang="ja-JP" sz="8000" b="1" dirty="0">
              <a:solidFill>
                <a:srgbClr val="9FD9F5"/>
              </a:solidFill>
              <a:highlight>
                <a:srgbClr val="141621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CD1F16C-CC7D-33FB-5A49-5460ED6B13D8}"/>
              </a:ext>
            </a:extLst>
          </p:cNvPr>
          <p:cNvSpPr txBox="1"/>
          <p:nvPr/>
        </p:nvSpPr>
        <p:spPr>
          <a:xfrm>
            <a:off x="7442560" y="3753995"/>
            <a:ext cx="1909497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8000" b="1" dirty="0" err="1">
                <a:solidFill>
                  <a:srgbClr val="9FD9F5"/>
                </a:solidFill>
                <a:highlight>
                  <a:srgbClr val="141621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cin</a:t>
            </a:r>
            <a:endParaRPr kumimoji="1" lang="en-US" altLang="ja-JP" sz="8000" b="1" dirty="0">
              <a:solidFill>
                <a:srgbClr val="9FD9F5"/>
              </a:solidFill>
              <a:highlight>
                <a:srgbClr val="141621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F74375-AF34-2CDD-921D-64E81350401D}"/>
              </a:ext>
            </a:extLst>
          </p:cNvPr>
          <p:cNvSpPr txBox="1"/>
          <p:nvPr/>
        </p:nvSpPr>
        <p:spPr>
          <a:xfrm>
            <a:off x="2661739" y="300569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出力</a:t>
            </a:r>
            <a:endParaRPr kumimoji="1"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E6A8C4-6603-AB65-994F-C9750E824F63}"/>
              </a:ext>
            </a:extLst>
          </p:cNvPr>
          <p:cNvSpPr txBox="1"/>
          <p:nvPr/>
        </p:nvSpPr>
        <p:spPr>
          <a:xfrm>
            <a:off x="7843310" y="300569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入力</a:t>
            </a:r>
            <a:endParaRPr kumimoji="1"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904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96EB-9212-3DA4-2435-F86E8BDDC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9F0B56F-288D-DB1B-8EDF-FB2CF23B2DF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599E6E0-B2F9-F0FB-C07F-FF8330AA40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E5281E66-D5BE-E074-F36A-32A71261FA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7CB6D98F-6375-9688-48A4-A890820DF2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5DBB51C-20E1-ED72-16F0-CD6253FF15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B6ED826-ACC2-4DF6-7288-769B4E8494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9693D38E-1D85-6447-1A8F-2CFC9127AF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A0B33EE8-4EA5-2FDE-709B-87059164B9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5243898-1FDA-D772-498B-89C05B0368CB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994504B-5777-F873-8777-AA961F9C3A6F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3C02D10-6511-E372-2BEC-7BECF14D5E6A}"/>
              </a:ext>
            </a:extLst>
          </p:cNvPr>
          <p:cNvSpPr txBox="1"/>
          <p:nvPr/>
        </p:nvSpPr>
        <p:spPr>
          <a:xfrm>
            <a:off x="1618811" y="1530367"/>
            <a:ext cx="778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cout</a:t>
            </a:r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の例文を打ってみよう</a:t>
            </a:r>
            <a:endParaRPr kumimoji="1"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D1DC30F-1D16-4454-F56D-C8800F041E5F}"/>
              </a:ext>
            </a:extLst>
          </p:cNvPr>
          <p:cNvSpPr txBox="1"/>
          <p:nvPr/>
        </p:nvSpPr>
        <p:spPr>
          <a:xfrm>
            <a:off x="581512" y="2777655"/>
            <a:ext cx="11241607" cy="3108543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#include</a:t>
            </a:r>
            <a:r>
              <a:rPr lang="en-US" altLang="ja-JP" sz="28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&lt;bits/stdc++.h&gt;</a:t>
            </a:r>
          </a:p>
          <a:p>
            <a:r>
              <a:rPr lang="en-US" altLang="ja-JP" sz="28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using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namespace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b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8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"Hello World!"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//</a:t>
            </a:r>
            <a:r>
              <a:rPr lang="ja-JP" altLang="en-US" sz="28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「</a:t>
            </a:r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Hello World!</a:t>
            </a:r>
            <a:r>
              <a:rPr lang="ja-JP" altLang="en-US" sz="28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」と出力</a:t>
            </a:r>
            <a:endParaRPr lang="en-US" altLang="ja-JP" sz="28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7" name="四角形: 1 つの角を切り取る 16">
            <a:extLst>
              <a:ext uri="{FF2B5EF4-FFF2-40B4-BE49-F238E27FC236}">
                <a16:creationId xmlns:a16="http://schemas.microsoft.com/office/drawing/2014/main" id="{1A4FD235-27CE-CF76-6F5E-75F898333236}"/>
              </a:ext>
            </a:extLst>
          </p:cNvPr>
          <p:cNvSpPr/>
          <p:nvPr/>
        </p:nvSpPr>
        <p:spPr>
          <a:xfrm>
            <a:off x="581513" y="2334158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</p:spTree>
    <p:extLst>
      <p:ext uri="{BB962C8B-B14F-4D97-AF65-F5344CB8AC3E}">
        <p14:creationId xmlns:p14="http://schemas.microsoft.com/office/powerpoint/2010/main" val="3140870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8B390-94D2-0376-4FA8-66B8BCC40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57B14A2-F5BA-114E-4497-5CE035E81BA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3CDF9BC3-CDE3-04A2-C830-011ABA6EA5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32D773F-DEAC-6224-88C8-F0B1D0F639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E49FA2C9-889D-670E-B53E-7454773BAA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AC7192E-9F3B-A733-B6DF-2E8E17E0DE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E201E67-D186-EE05-848A-CDF510F7CF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9E9A318B-EFF8-3AE2-4806-81317751D2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E408C83-BCFE-A805-3F59-CBC6AEAF3B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59904E-7623-9A0E-505A-1C2303E5C6CC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AF2BDAC-637D-E09D-8CEC-05C99B51EB1A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D8E2230-5293-CF8E-4309-53AA5ED4606A}"/>
              </a:ext>
            </a:extLst>
          </p:cNvPr>
          <p:cNvSpPr txBox="1"/>
          <p:nvPr/>
        </p:nvSpPr>
        <p:spPr>
          <a:xfrm>
            <a:off x="1618811" y="1530367"/>
            <a:ext cx="53655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インデントについて</a:t>
            </a:r>
            <a:endParaRPr kumimoji="1"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D76362A-BCF1-73E6-43E2-26C53FFA093E}"/>
              </a:ext>
            </a:extLst>
          </p:cNvPr>
          <p:cNvSpPr txBox="1"/>
          <p:nvPr/>
        </p:nvSpPr>
        <p:spPr>
          <a:xfrm>
            <a:off x="581513" y="2777655"/>
            <a:ext cx="7472723" cy="1815882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800" dirty="0">
                <a:ln w="209550">
                  <a:noFill/>
                </a:ln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8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"Hello World!"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//</a:t>
            </a:r>
            <a:r>
              <a:rPr lang="ja-JP" altLang="en-US" sz="28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「</a:t>
            </a:r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Hello World!</a:t>
            </a:r>
            <a:r>
              <a:rPr lang="ja-JP" altLang="en-US" sz="28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」と出力</a:t>
            </a:r>
            <a:endParaRPr lang="en-US" altLang="ja-JP" sz="28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7" name="四角形: 1 つの角を切り取る 16">
            <a:extLst>
              <a:ext uri="{FF2B5EF4-FFF2-40B4-BE49-F238E27FC236}">
                <a16:creationId xmlns:a16="http://schemas.microsoft.com/office/drawing/2014/main" id="{D4F45126-C22D-F438-32C5-209179F00046}"/>
              </a:ext>
            </a:extLst>
          </p:cNvPr>
          <p:cNvSpPr/>
          <p:nvPr/>
        </p:nvSpPr>
        <p:spPr>
          <a:xfrm>
            <a:off x="581513" y="2334158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D4AE512-8E1C-C476-2BB9-AD65186C90D3}"/>
              </a:ext>
            </a:extLst>
          </p:cNvPr>
          <p:cNvSpPr/>
          <p:nvPr/>
        </p:nvSpPr>
        <p:spPr>
          <a:xfrm>
            <a:off x="631061" y="3285649"/>
            <a:ext cx="849400" cy="379176"/>
          </a:xfrm>
          <a:prstGeom prst="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59C12BF-23CE-9986-6BEA-B09BD00EE0F8}"/>
              </a:ext>
            </a:extLst>
          </p:cNvPr>
          <p:cNvSpPr txBox="1"/>
          <p:nvPr/>
        </p:nvSpPr>
        <p:spPr>
          <a:xfrm>
            <a:off x="8186243" y="2262437"/>
            <a:ext cx="2688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インデント</a:t>
            </a:r>
            <a:endParaRPr lang="en-US" altLang="ja-JP" sz="4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CE7AA2-8B44-6486-4C00-F4BF2CAC03AB}"/>
              </a:ext>
            </a:extLst>
          </p:cNvPr>
          <p:cNvSpPr txBox="1"/>
          <p:nvPr/>
        </p:nvSpPr>
        <p:spPr>
          <a:xfrm>
            <a:off x="8178239" y="2930586"/>
            <a:ext cx="379745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この場合、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半角スペース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のこと。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見やすさを上げる。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Tab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キーを押すと速い。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A8B2629-A7E8-3060-9C93-9E1CC439D8A7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1252603" y="2647158"/>
            <a:ext cx="6933640" cy="781842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FDF8492-E492-071A-F2F9-32D9F3F13260}"/>
              </a:ext>
            </a:extLst>
          </p:cNvPr>
          <p:cNvSpPr txBox="1"/>
          <p:nvPr/>
        </p:nvSpPr>
        <p:spPr>
          <a:xfrm>
            <a:off x="631061" y="4789024"/>
            <a:ext cx="73075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思わぬバグを生まないためにも、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コードは</a:t>
            </a:r>
            <a:r>
              <a:rPr lang="ja-JP" altLang="en-US" sz="4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見やすさが命！！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171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A244E-91A0-3334-8F50-B45DB36B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8D22F8A-0159-D57C-F40B-712ABEA2231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8934541-303B-CB91-AA03-18D5F4C163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ECF3C90B-D84F-77DA-2C5E-7A565C350C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19A969ED-02EA-EE1E-44D3-15F585B6D2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047C1FD9-E516-B361-8B7C-F01CD84D1B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93BC670-1AEF-0FC7-12B7-E630DD0C4E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28BF2B1B-AEB0-FCC4-B285-62B1DD1941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63B7C16A-7382-4D8D-A934-CC32FD250C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1C93218-2B9F-0F15-B832-946F75931580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C13D038-6925-22FE-BD8C-D23037883B23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1534437-1C61-73D6-1A40-F2FCB59F8DCB}"/>
              </a:ext>
            </a:extLst>
          </p:cNvPr>
          <p:cNvSpPr txBox="1"/>
          <p:nvPr/>
        </p:nvSpPr>
        <p:spPr>
          <a:xfrm>
            <a:off x="1547478" y="1663288"/>
            <a:ext cx="55338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補足：コメントアウト</a:t>
            </a:r>
            <a:endParaRPr kumimoji="1"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9877788-F2D1-5E1C-E32E-2B5F34FFC200}"/>
              </a:ext>
            </a:extLst>
          </p:cNvPr>
          <p:cNvSpPr txBox="1"/>
          <p:nvPr/>
        </p:nvSpPr>
        <p:spPr>
          <a:xfrm>
            <a:off x="1469616" y="4965551"/>
            <a:ext cx="7310317" cy="954107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"Hello World!"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en-US" altLang="ja-JP" sz="2800" dirty="0" err="1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&lt;&lt; “Hello World!” &lt;&lt; </a:t>
            </a:r>
            <a:r>
              <a:rPr lang="en-US" altLang="ja-JP" sz="2800" dirty="0" err="1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2800" b="1" dirty="0">
              <a:solidFill>
                <a:srgbClr val="498D55"/>
              </a:solidFill>
              <a:latin typeface="+mn-ea"/>
            </a:endParaRPr>
          </a:p>
        </p:txBody>
      </p:sp>
      <p:sp>
        <p:nvSpPr>
          <p:cNvPr id="17" name="四角形: 1 つの角を切り取る 16">
            <a:extLst>
              <a:ext uri="{FF2B5EF4-FFF2-40B4-BE49-F238E27FC236}">
                <a16:creationId xmlns:a16="http://schemas.microsoft.com/office/drawing/2014/main" id="{8BEF066D-5FC2-E308-E998-B8954775E5DC}"/>
              </a:ext>
            </a:extLst>
          </p:cNvPr>
          <p:cNvSpPr/>
          <p:nvPr/>
        </p:nvSpPr>
        <p:spPr>
          <a:xfrm>
            <a:off x="1469616" y="4528999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F43D290-B2E7-2985-F7BF-A08E0532961C}"/>
              </a:ext>
            </a:extLst>
          </p:cNvPr>
          <p:cNvSpPr txBox="1"/>
          <p:nvPr/>
        </p:nvSpPr>
        <p:spPr>
          <a:xfrm>
            <a:off x="1547478" y="2392161"/>
            <a:ext cx="9953366" cy="1977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コメントアウトされた文章は、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コードとして認識されないため</a:t>
            </a:r>
            <a:endParaRPr lang="en-US" altLang="ja-JP" sz="28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実行されず、メモ的な役割を果たす</a:t>
            </a:r>
            <a:endParaRPr lang="en-US" altLang="ja-JP" sz="28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5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//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以降の一行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/*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*/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がコメントアウトされ、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Ctrl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 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で選択している範囲を一括でコメントアウトできる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8831E8-74CF-99C8-D2CB-62573B8A6751}"/>
              </a:ext>
            </a:extLst>
          </p:cNvPr>
          <p:cNvSpPr txBox="1"/>
          <p:nvPr/>
        </p:nvSpPr>
        <p:spPr>
          <a:xfrm>
            <a:off x="8845745" y="5365917"/>
            <a:ext cx="2768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←コメントアウト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041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BEB3F-F092-4AE4-3EFE-6346429AB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9F84AD4-AF35-DE34-EB9B-7E41587751A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D8C8BABB-0CBA-3D52-7C17-057061BD9E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C9B47F3E-7DC4-32EB-B63D-3D53154C75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6E3317EA-FC72-75B6-D707-B3E5241A4C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9CCC1A6-222B-CD1D-628D-74AE4A98E9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4CFFE38-4232-82AF-98B8-A0536A1717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0460DEE5-F826-E583-653F-E48D97B9BB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44735323-7F22-EFF2-3AD3-53DF4FEF6B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38C4918-0C7B-4EA1-2E4B-408E5DC5CE42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672DB6F-A021-87A6-B752-3A9BD797DD9F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FC10C2-C69A-9A36-4797-54B569FFEE0B}"/>
              </a:ext>
            </a:extLst>
          </p:cNvPr>
          <p:cNvSpPr txBox="1"/>
          <p:nvPr/>
        </p:nvSpPr>
        <p:spPr>
          <a:xfrm>
            <a:off x="1045633" y="2016534"/>
            <a:ext cx="1018740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200" dirty="0" err="1">
                <a:solidFill>
                  <a:srgbClr val="9FD9F5"/>
                </a:solidFill>
                <a:highlight>
                  <a:srgbClr val="0000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ja-JP" altLang="en-US" sz="7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endParaRPr lang="en-US" altLang="ja-JP" sz="7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7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“ ”</a:t>
            </a:r>
            <a:r>
              <a:rPr lang="ja-JP" altLang="en-US" sz="7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の中・変数の値を</a:t>
            </a:r>
            <a:r>
              <a:rPr lang="ja-JP" altLang="en-US" sz="7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出力</a:t>
            </a:r>
            <a:endParaRPr kumimoji="1" lang="en-US" altLang="ja-JP" sz="7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2E75B3D-8F46-599B-BFFD-BBAEDDC3F5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09" t="8068" r="8958" b="7086"/>
          <a:stretch/>
        </p:blipFill>
        <p:spPr>
          <a:xfrm>
            <a:off x="821510" y="4571078"/>
            <a:ext cx="4230487" cy="1745843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63D79AC1-6542-916D-CA37-67FF1E2BF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09" t="8068" r="8958" b="7086"/>
          <a:stretch/>
        </p:blipFill>
        <p:spPr>
          <a:xfrm>
            <a:off x="5545303" y="4571077"/>
            <a:ext cx="4230487" cy="1745843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48F5160-5731-BADE-5CA1-241334BEB639}"/>
              </a:ext>
            </a:extLst>
          </p:cNvPr>
          <p:cNvSpPr/>
          <p:nvPr/>
        </p:nvSpPr>
        <p:spPr>
          <a:xfrm>
            <a:off x="6869165" y="5193934"/>
            <a:ext cx="1210219" cy="500132"/>
          </a:xfrm>
          <a:prstGeom prst="rect">
            <a:avLst/>
          </a:prstGeom>
          <a:solidFill>
            <a:srgbClr val="FF8C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変数</a:t>
            </a:r>
          </a:p>
        </p:txBody>
      </p:sp>
    </p:spTree>
    <p:extLst>
      <p:ext uri="{BB962C8B-B14F-4D97-AF65-F5344CB8AC3E}">
        <p14:creationId xmlns:p14="http://schemas.microsoft.com/office/powerpoint/2010/main" val="3470715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BF67-AC24-D017-E836-81F2E92F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C7FE4C3-54AF-A96F-50BC-D6BCFBEAF91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1388DDCE-D3D0-8BA5-4FDB-84C5725CD6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73B3BD2-F18D-7ED3-1277-98B9FD075B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49389AF3-8041-D4B6-194B-BB3D5269B5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643535F-CD5A-2C08-E459-53ADFB1E46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0152DFA-42C9-F07D-93ED-1929C17942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E3E08BC3-34A3-DC30-99CF-50C962217B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63A3774A-BC57-C334-6531-5C7663D757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14595E1-5A89-965D-DCEE-677DE2865623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D41DE8-3374-BF26-9315-A23DBD3C010C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56B932C-EF10-5CB8-DF02-92ABE0441E36}"/>
              </a:ext>
            </a:extLst>
          </p:cNvPr>
          <p:cNvSpPr txBox="1"/>
          <p:nvPr/>
        </p:nvSpPr>
        <p:spPr>
          <a:xfrm>
            <a:off x="1698216" y="1845437"/>
            <a:ext cx="32383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変数とは？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8BF5E0A-475E-7AEE-0B57-D46B3E05BA8E}"/>
              </a:ext>
            </a:extLst>
          </p:cNvPr>
          <p:cNvSpPr txBox="1"/>
          <p:nvPr/>
        </p:nvSpPr>
        <p:spPr>
          <a:xfrm>
            <a:off x="1698216" y="3099398"/>
            <a:ext cx="80746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60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</a:t>
            </a:r>
            <a:r>
              <a:rPr lang="ja-JP" altLang="en-US" sz="60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プログラム内部で</a:t>
            </a:r>
            <a:endParaRPr lang="en-US" altLang="ja-JP" sz="60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60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</a:t>
            </a:r>
            <a:r>
              <a:rPr lang="ja-JP" altLang="en-US" sz="60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情報を記録するもの</a:t>
            </a:r>
            <a:endParaRPr lang="en-US" altLang="ja-JP" sz="60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148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A8F5-61C5-A686-BF28-D74E85BB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3EAEB99-7A77-43A9-BA0C-AB4BF6901BC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2BD9E69C-57EA-DCBD-1A8F-6C1EBA9A82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5F20F856-7D27-D46D-7037-90F14720D2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31091E7E-628E-5390-40AD-6D5AF3CF15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CCC0B30-4527-613C-6863-73D545C0D6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420897D-7532-20BA-AFE1-35C2818D40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AC032EF2-4365-2F9F-4238-9244D4D9A3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AA320BA7-8739-7429-6B0C-4C48CC2226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29B1E7A-B984-BCC7-B28E-194827839FE8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AF598D4-5E59-2B49-0ECB-B61AA7D5665F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1FBB847-68D9-9A08-A340-1ACFA08ACD65}"/>
              </a:ext>
            </a:extLst>
          </p:cNvPr>
          <p:cNvSpPr txBox="1"/>
          <p:nvPr/>
        </p:nvSpPr>
        <p:spPr>
          <a:xfrm>
            <a:off x="4195403" y="5491546"/>
            <a:ext cx="8140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hlinkClick r:id="rId3"/>
              </a:rPr>
              <a:t>プログラミングの変数とは？１分でわかりやすく </a:t>
            </a:r>
            <a:r>
              <a:rPr lang="en-US" altLang="ja-JP">
                <a:hlinkClick r:id="rId3"/>
              </a:rPr>
              <a:t>| </a:t>
            </a:r>
            <a:r>
              <a:rPr lang="ja-JP" altLang="en-US">
                <a:hlinkClick r:id="rId3"/>
              </a:rPr>
              <a:t>ビズドットオンライン</a:t>
            </a:r>
            <a:endParaRPr lang="ja-JP" altLang="en-US"/>
          </a:p>
        </p:txBody>
      </p:sp>
      <p:pic>
        <p:nvPicPr>
          <p:cNvPr id="1026" name="Picture 2" descr="変数には、例えば数字や文字列、日付など様々な値を入れることができます。">
            <a:extLst>
              <a:ext uri="{FF2B5EF4-FFF2-40B4-BE49-F238E27FC236}">
                <a16:creationId xmlns:a16="http://schemas.microsoft.com/office/drawing/2014/main" id="{AFB50C6F-944A-AE74-E49B-7ADD1F3D4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923" y="2207059"/>
            <a:ext cx="7776154" cy="318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E0D8D9-0AA7-F737-31CD-0209E80BF677}"/>
              </a:ext>
            </a:extLst>
          </p:cNvPr>
          <p:cNvSpPr txBox="1"/>
          <p:nvPr/>
        </p:nvSpPr>
        <p:spPr>
          <a:xfrm>
            <a:off x="1997868" y="1278347"/>
            <a:ext cx="98010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情報を入れておく箱というイメージ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5645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37534-24C0-F615-FAE6-D0163D1B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B6672FF-42FD-C205-FC29-DF03327CEF2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52B062B5-1A2E-35ED-846B-4C1F0866F4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0C1472EE-7DB3-AAD6-5FB5-A93CCCBEE1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D8D4331-545D-D917-389D-3583326AB8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4A50500-8FBA-7048-580D-9C86FA90C9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9159BFE-AD19-66F7-A430-7A112A91B7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6161662D-AA84-93E9-3643-3E3C9BC535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81D8A322-A6EA-9D66-167F-7505EF01CA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F4E2F77-CC6F-BB2E-1975-A8B43C3751BB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B45708C-0B74-292D-7DA5-4093B28FDFFE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23B304C-0D5E-E060-886A-56AB827C4E69}"/>
              </a:ext>
            </a:extLst>
          </p:cNvPr>
          <p:cNvSpPr txBox="1"/>
          <p:nvPr/>
        </p:nvSpPr>
        <p:spPr>
          <a:xfrm>
            <a:off x="4195403" y="5491546"/>
            <a:ext cx="8140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hlinkClick r:id="rId3"/>
              </a:rPr>
              <a:t>プログラミングの変数とは？１分でわかりやすく </a:t>
            </a:r>
            <a:r>
              <a:rPr lang="en-US" altLang="ja-JP">
                <a:hlinkClick r:id="rId3"/>
              </a:rPr>
              <a:t>| </a:t>
            </a:r>
            <a:r>
              <a:rPr lang="ja-JP" altLang="en-US">
                <a:hlinkClick r:id="rId3"/>
              </a:rPr>
              <a:t>ビズドットオンライン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C994B6-A979-A5C9-33E3-C0D7E21A8051}"/>
              </a:ext>
            </a:extLst>
          </p:cNvPr>
          <p:cNvSpPr txBox="1"/>
          <p:nvPr/>
        </p:nvSpPr>
        <p:spPr>
          <a:xfrm>
            <a:off x="1997459" y="1404057"/>
            <a:ext cx="96183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変数には「型」があり、</a:t>
            </a:r>
            <a:endParaRPr lang="en-US" altLang="ja-JP" sz="40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「型」にあう種類の情報しか格納できない。</a:t>
            </a:r>
            <a:endParaRPr lang="en-US" altLang="ja-JP" sz="40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050" name="Picture 2" descr="「型」とは一般的に「データ型」と呼ばれ、その変数の仕様を決める役割を持っており、変数には決まった「データ型」と一致する値だけを格納することができます。">
            <a:extLst>
              <a:ext uri="{FF2B5EF4-FFF2-40B4-BE49-F238E27FC236}">
                <a16:creationId xmlns:a16="http://schemas.microsoft.com/office/drawing/2014/main" id="{F576D5BF-4A9B-9476-C10B-326EFC7B0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25" y="2824440"/>
            <a:ext cx="5808137" cy="245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30E8892-E661-967D-2457-3EBB722A5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980" y="2774544"/>
            <a:ext cx="43815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654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D67C1-8872-6181-4688-387A501F7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A3AD93B-DD01-81A7-B4F6-A7AD3FEFDEA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79C7247-684E-D247-4A8C-5C284CC79C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150C889-CF50-C2F0-59B1-F631EE2515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418923B-F03B-F19B-4A80-7E4129C615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1946896-E0CE-CBFA-F158-6DA36256F5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622178E-AA49-D69C-B40E-4CCAAB12B5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A2439379-C60E-9E89-5B25-775CDEF5C8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4E9CA285-63C3-8FF8-32CA-782116CB5E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93CB769-8967-F83D-2850-BDCB02B29358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3CFDF75-CDA2-3E25-62F3-F1120C12C8D5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E67F13D-8C41-FD02-E5BE-1C4293B6AF4A}"/>
              </a:ext>
            </a:extLst>
          </p:cNvPr>
          <p:cNvSpPr txBox="1"/>
          <p:nvPr/>
        </p:nvSpPr>
        <p:spPr>
          <a:xfrm>
            <a:off x="4195403" y="5491546"/>
            <a:ext cx="8140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hlinkClick r:id="rId3"/>
              </a:rPr>
              <a:t>プログラミングの変数とは？１分でわかりやすく </a:t>
            </a:r>
            <a:r>
              <a:rPr lang="en-US" altLang="ja-JP">
                <a:hlinkClick r:id="rId3"/>
              </a:rPr>
              <a:t>| </a:t>
            </a:r>
            <a:r>
              <a:rPr lang="ja-JP" altLang="en-US">
                <a:hlinkClick r:id="rId3"/>
              </a:rPr>
              <a:t>ビズドットオンライン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11F085-AF75-49EE-BE3E-4ECF66DAA979}"/>
              </a:ext>
            </a:extLst>
          </p:cNvPr>
          <p:cNvSpPr txBox="1"/>
          <p:nvPr/>
        </p:nvSpPr>
        <p:spPr>
          <a:xfrm>
            <a:off x="1997459" y="1404057"/>
            <a:ext cx="50626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箱に名前をつけて、</a:t>
            </a:r>
            <a:endParaRPr lang="en-US" altLang="ja-JP" sz="4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他の変数と区別する。</a:t>
            </a:r>
            <a:endParaRPr lang="en-US" altLang="ja-JP" sz="4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7C7717-0A30-7C33-790A-37E88D10A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69" y="2975394"/>
            <a:ext cx="6299884" cy="221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変数には必ず「名前」を付ける必要があり、且つその名前はプログラム内で一意である必要があります。例えば、同じ変数が２つ以上あると、プログラムエラーが発生してしまいます。">
            <a:extLst>
              <a:ext uri="{FF2B5EF4-FFF2-40B4-BE49-F238E27FC236}">
                <a16:creationId xmlns:a16="http://schemas.microsoft.com/office/drawing/2014/main" id="{E4B002BB-8EFE-038E-8D2C-1FD34F92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236" y="1864412"/>
            <a:ext cx="4529965" cy="337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34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8CBA-F37F-6DB0-9F7C-494361977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CE055C9-33F7-C2B8-6C87-16CA1974DB3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60D9F13-1158-FC97-90BC-B7F6719805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D1A7707D-FFBF-7271-E125-F6DB883A8C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96A7310F-D1B2-EBD6-9DA0-DFAD623A9B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4C25343-9133-5266-F934-2EED4903F6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DD23F05A-D3E8-67AA-7B09-A80F18188C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4B69DBFD-B562-1B16-6F5C-0043EAC1A7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A243A0B5-7B84-58DA-D4D7-5B54FAC52A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F930DAD-8F67-31E3-CCC0-27788148A675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1A6EFD8-BE6B-3DC6-401A-A1D2D4F27BE9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6A2943-90D9-29C0-4890-3381D87C8DC8}"/>
              </a:ext>
            </a:extLst>
          </p:cNvPr>
          <p:cNvSpPr txBox="1"/>
          <p:nvPr/>
        </p:nvSpPr>
        <p:spPr>
          <a:xfrm>
            <a:off x="1698216" y="1755576"/>
            <a:ext cx="9810699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まとめ</a:t>
            </a:r>
            <a:endParaRPr lang="en-US" altLang="ja-JP" sz="40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5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１．変数は情報を入れる</a:t>
            </a:r>
            <a:r>
              <a:rPr lang="ja-JP" altLang="en-US" sz="54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箱</a:t>
            </a:r>
            <a:endParaRPr lang="en-US" altLang="ja-JP" sz="5400" b="1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5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</a:t>
            </a:r>
            <a:r>
              <a:rPr lang="ja-JP" altLang="en-US" sz="5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入るデータの種類「</a:t>
            </a:r>
            <a:r>
              <a:rPr lang="ja-JP" altLang="en-US" sz="54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型</a:t>
            </a:r>
            <a:r>
              <a:rPr lang="ja-JP" altLang="en-US" sz="5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」がある</a:t>
            </a:r>
            <a:endParaRPr lang="en-US" altLang="ja-JP" sz="54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5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</a:t>
            </a:r>
            <a:r>
              <a:rPr lang="ja-JP" altLang="en-US" sz="54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名前</a:t>
            </a:r>
            <a:r>
              <a:rPr lang="ja-JP" altLang="en-US" sz="54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をつけてあげる</a:t>
            </a:r>
            <a:endParaRPr lang="en-US" altLang="ja-JP" sz="54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4216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D9400-3E30-D775-593F-2B82D9AF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4D5E7B3-3A1A-71FF-C9CB-057A4F19D48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20A4D1F-C546-E87B-2730-CA0399ACA1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71B6B837-1CBB-F25E-6091-7681DC881E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4FA6F6B4-EF88-C8BC-1646-73F3E48C11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1C39946-DF16-EF55-0242-06BCE19CFB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8317DD8-2362-5809-4883-9CF2453275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2C1ABC96-216C-DA19-0F44-24423682DE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5E8E5763-9F7C-E902-BEB0-D9572F2E04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EE02CEB-8299-443B-26FD-DD28E2679FBB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B07142-1B80-90DB-29C0-EF1BD61BED81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542084E-F6D7-F317-C921-1740525423D7}"/>
              </a:ext>
            </a:extLst>
          </p:cNvPr>
          <p:cNvSpPr txBox="1"/>
          <p:nvPr/>
        </p:nvSpPr>
        <p:spPr>
          <a:xfrm>
            <a:off x="1826136" y="1410736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数値の変数例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9D14991-2C97-E25D-DAAC-F5EA456FBEED}"/>
              </a:ext>
            </a:extLst>
          </p:cNvPr>
          <p:cNvSpPr txBox="1"/>
          <p:nvPr/>
        </p:nvSpPr>
        <p:spPr>
          <a:xfrm>
            <a:off x="1826136" y="2749469"/>
            <a:ext cx="8539728" cy="3416320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 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double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decimal 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1.11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</a:t>
            </a:r>
            <a:r>
              <a:rPr lang="en-US" altLang="ja-JP" sz="36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5B9727C7-29FD-FDC1-3125-083757972298}"/>
              </a:ext>
            </a:extLst>
          </p:cNvPr>
          <p:cNvSpPr/>
          <p:nvPr/>
        </p:nvSpPr>
        <p:spPr>
          <a:xfrm>
            <a:off x="1826136" y="231291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CB76E52-83C6-E654-C912-8E561ABCB947}"/>
              </a:ext>
            </a:extLst>
          </p:cNvPr>
          <p:cNvSpPr txBox="1"/>
          <p:nvPr/>
        </p:nvSpPr>
        <p:spPr>
          <a:xfrm>
            <a:off x="7228204" y="2559899"/>
            <a:ext cx="4796090" cy="10464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変数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”number”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と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1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が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JasmineUPC" panose="020B0502040204020203" pitchFamily="18" charset="-34"/>
            </a:endParaRPr>
          </a:p>
          <a:p>
            <a:pPr rtl="0">
              <a:buNone/>
            </a:pPr>
            <a:r>
              <a:rPr lang="ja-JP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等しいという意味ではない</a:t>
            </a:r>
            <a:endParaRPr lang="en-US" altLang="ja-JP" sz="30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  <a:cs typeface="JasmineUPC" panose="020B0502040204020203" pitchFamily="18" charset="-34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B257716-0EFC-1F3B-520F-F54C364C66FB}"/>
              </a:ext>
            </a:extLst>
          </p:cNvPr>
          <p:cNvGrpSpPr/>
          <p:nvPr/>
        </p:nvGrpSpPr>
        <p:grpSpPr>
          <a:xfrm>
            <a:off x="7214244" y="1979393"/>
            <a:ext cx="1663173" cy="600843"/>
            <a:chOff x="6380753" y="620526"/>
            <a:chExt cx="1663173" cy="600843"/>
          </a:xfrm>
        </p:grpSpPr>
        <p:sp>
          <p:nvSpPr>
            <p:cNvPr id="17" name="四角形: 1 つの角を切り取る 16">
              <a:extLst>
                <a:ext uri="{FF2B5EF4-FFF2-40B4-BE49-F238E27FC236}">
                  <a16:creationId xmlns:a16="http://schemas.microsoft.com/office/drawing/2014/main" id="{EF27C7C7-3FFB-7D9F-F15E-D0E201AEE139}"/>
                </a:ext>
              </a:extLst>
            </p:cNvPr>
            <p:cNvSpPr/>
            <p:nvPr/>
          </p:nvSpPr>
          <p:spPr>
            <a:xfrm>
              <a:off x="6380753" y="620526"/>
              <a:ext cx="1663173" cy="587451"/>
            </a:xfrm>
            <a:prstGeom prst="snip1Rect">
              <a:avLst>
                <a:gd name="adj" fmla="val 17673"/>
              </a:avLst>
            </a:prstGeom>
            <a:solidFill>
              <a:schemeClr val="accent2"/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endParaRP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736FD74F-47D5-43EA-EE76-1F00EE5A70F4}"/>
                </a:ext>
              </a:extLst>
            </p:cNvPr>
            <p:cNvGrpSpPr/>
            <p:nvPr/>
          </p:nvGrpSpPr>
          <p:grpSpPr>
            <a:xfrm>
              <a:off x="6394713" y="620526"/>
              <a:ext cx="1563395" cy="600843"/>
              <a:chOff x="8814597" y="2729336"/>
              <a:chExt cx="1563395" cy="600843"/>
            </a:xfrm>
          </p:grpSpPr>
          <p:pic>
            <p:nvPicPr>
              <p:cNvPr id="19" name="グラフィックス 18" descr="右向き指示マーク 枠線">
                <a:extLst>
                  <a:ext uri="{FF2B5EF4-FFF2-40B4-BE49-F238E27FC236}">
                    <a16:creationId xmlns:a16="http://schemas.microsoft.com/office/drawing/2014/main" id="{7531E822-0E86-72E7-B0AF-F23E4D9256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837687" flipH="1">
                <a:off x="8814597" y="2729336"/>
                <a:ext cx="538334" cy="538334"/>
              </a:xfrm>
              <a:prstGeom prst="rect">
                <a:avLst/>
              </a:prstGeom>
            </p:spPr>
          </p:pic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539C1FA-B89F-9E8F-AF82-3300E90CD1CB}"/>
                  </a:ext>
                </a:extLst>
              </p:cNvPr>
              <p:cNvSpPr txBox="1"/>
              <p:nvPr/>
            </p:nvSpPr>
            <p:spPr>
              <a:xfrm>
                <a:off x="9217618" y="2745404"/>
                <a:ext cx="116037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ja-JP" altLang="en-US" sz="3200" b="1" dirty="0">
                    <a:solidFill>
                      <a:schemeClr val="bg1"/>
                    </a:solidFill>
                  </a:rPr>
                  <a:t>注意</a:t>
                </a:r>
                <a:endParaRPr lang="en-US" altLang="ja-JP" sz="32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3699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698B6-A0A5-0967-3342-605383AF8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6FBCC9C-A3FA-A227-3D48-61C2653408C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05FECDF2-4637-5C42-302C-06CE96680A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67D6EFA-3E76-FDED-5B2B-4F29857024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C84B0706-FB8B-4FA9-C070-024E47BDB3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2638A15-46BA-685C-6D6E-BB63620A1D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AFF8BC4-A060-E728-F024-0A46DDF20B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55758A39-43CB-13B8-F747-34A2BE9C8D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A4B82072-6719-631D-E4C8-B06719FFFD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6DD781C-1D25-6F02-2200-B104683CF65F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80F2D15-8814-0012-D6ED-CADA0786A9D4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FED72B-D145-F68D-D217-98808645C747}"/>
              </a:ext>
            </a:extLst>
          </p:cNvPr>
          <p:cNvSpPr txBox="1"/>
          <p:nvPr/>
        </p:nvSpPr>
        <p:spPr>
          <a:xfrm>
            <a:off x="1826136" y="1410736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変数の宣言・代入・参照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E4C5B8-D03E-ED0B-F961-01FFDA58F3AB}"/>
              </a:ext>
            </a:extLst>
          </p:cNvPr>
          <p:cNvSpPr txBox="1"/>
          <p:nvPr/>
        </p:nvSpPr>
        <p:spPr>
          <a:xfrm>
            <a:off x="1826136" y="2749469"/>
            <a:ext cx="8539728" cy="3416320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36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36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宣言</a:t>
            </a:r>
            <a:endParaRPr lang="en-US" altLang="ja-JP" sz="36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 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double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decimal 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1.11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</a:t>
            </a:r>
            <a:r>
              <a:rPr lang="en-US" altLang="ja-JP" sz="36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06625395-A501-3E1E-A151-621249F84159}"/>
              </a:ext>
            </a:extLst>
          </p:cNvPr>
          <p:cNvSpPr/>
          <p:nvPr/>
        </p:nvSpPr>
        <p:spPr>
          <a:xfrm>
            <a:off x="1826136" y="231291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460FB6E3-2C1C-4CD3-0261-12F93790DCCE}"/>
              </a:ext>
            </a:extLst>
          </p:cNvPr>
          <p:cNvGrpSpPr/>
          <p:nvPr/>
        </p:nvGrpSpPr>
        <p:grpSpPr>
          <a:xfrm>
            <a:off x="1365358" y="2256106"/>
            <a:ext cx="9302641" cy="3970718"/>
            <a:chOff x="1826137" y="2304408"/>
            <a:chExt cx="8749098" cy="3497831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1E983031-AB7B-0531-7BEB-2C1BC50E391F}"/>
                </a:ext>
              </a:extLst>
            </p:cNvPr>
            <p:cNvSpPr/>
            <p:nvPr/>
          </p:nvSpPr>
          <p:spPr>
            <a:xfrm>
              <a:off x="1826137" y="2304408"/>
              <a:ext cx="8749098" cy="34978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9A2B82DE-524E-2359-9095-F9EA8912B667}"/>
                </a:ext>
              </a:extLst>
            </p:cNvPr>
            <p:cNvGrpSpPr/>
            <p:nvPr/>
          </p:nvGrpSpPr>
          <p:grpSpPr>
            <a:xfrm>
              <a:off x="4742242" y="2723614"/>
              <a:ext cx="2707516" cy="1519495"/>
              <a:chOff x="4532408" y="5359779"/>
              <a:chExt cx="2707516" cy="1519495"/>
            </a:xfrm>
          </p:grpSpPr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1E0B410F-F0FB-3F01-B010-8487AA6DBBD3}"/>
                  </a:ext>
                </a:extLst>
              </p:cNvPr>
              <p:cNvGrpSpPr/>
              <p:nvPr/>
            </p:nvGrpSpPr>
            <p:grpSpPr>
              <a:xfrm>
                <a:off x="4532408" y="5359779"/>
                <a:ext cx="2707516" cy="1519495"/>
                <a:chOff x="2293937" y="633412"/>
                <a:chExt cx="915988" cy="946151"/>
              </a:xfrm>
            </p:grpSpPr>
            <p:sp>
              <p:nvSpPr>
                <p:cNvPr id="26" name="Freeform 62">
                  <a:extLst>
                    <a:ext uri="{FF2B5EF4-FFF2-40B4-BE49-F238E27FC236}">
                      <a16:creationId xmlns:a16="http://schemas.microsoft.com/office/drawing/2014/main" id="{1F7A08BB-0C47-A5ED-B089-25B74EAB8D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3937" y="633412"/>
                  <a:ext cx="406400" cy="774700"/>
                </a:xfrm>
                <a:custGeom>
                  <a:avLst/>
                  <a:gdLst>
                    <a:gd name="T0" fmla="*/ 0 w 769"/>
                    <a:gd name="T1" fmla="*/ 1463 h 1463"/>
                    <a:gd name="T2" fmla="*/ 769 w 769"/>
                    <a:gd name="T3" fmla="*/ 975 h 1463"/>
                    <a:gd name="T4" fmla="*/ 769 w 769"/>
                    <a:gd name="T5" fmla="*/ 0 h 1463"/>
                    <a:gd name="T6" fmla="*/ 0 w 769"/>
                    <a:gd name="T7" fmla="*/ 488 h 1463"/>
                    <a:gd name="T8" fmla="*/ 0 w 769"/>
                    <a:gd name="T9" fmla="*/ 1463 h 14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69" h="1463">
                      <a:moveTo>
                        <a:pt x="0" y="1463"/>
                      </a:moveTo>
                      <a:lnTo>
                        <a:pt x="769" y="975"/>
                      </a:lnTo>
                      <a:lnTo>
                        <a:pt x="769" y="0"/>
                      </a:lnTo>
                      <a:lnTo>
                        <a:pt x="0" y="488"/>
                      </a:lnTo>
                      <a:lnTo>
                        <a:pt x="0" y="1463"/>
                      </a:lnTo>
                      <a:close/>
                    </a:path>
                  </a:pathLst>
                </a:custGeom>
                <a:solidFill>
                  <a:schemeClr val="tx2">
                    <a:lumMod val="90000"/>
                    <a:lumOff val="10000"/>
                  </a:schemeClr>
                </a:solidFill>
                <a:ln w="1270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ja-JP" altLang="en-US"/>
                </a:p>
              </p:txBody>
            </p:sp>
            <p:sp>
              <p:nvSpPr>
                <p:cNvPr id="27" name="Freeform 63">
                  <a:extLst>
                    <a:ext uri="{FF2B5EF4-FFF2-40B4-BE49-F238E27FC236}">
                      <a16:creationId xmlns:a16="http://schemas.microsoft.com/office/drawing/2014/main" id="{25717E28-5A7E-1E07-8ADC-57DAFD7952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00337" y="633412"/>
                  <a:ext cx="509588" cy="688975"/>
                </a:xfrm>
                <a:custGeom>
                  <a:avLst/>
                  <a:gdLst>
                    <a:gd name="T0" fmla="*/ 0 w 961"/>
                    <a:gd name="T1" fmla="*/ 0 h 1301"/>
                    <a:gd name="T2" fmla="*/ 961 w 961"/>
                    <a:gd name="T3" fmla="*/ 326 h 1301"/>
                    <a:gd name="T4" fmla="*/ 961 w 961"/>
                    <a:gd name="T5" fmla="*/ 1301 h 1301"/>
                    <a:gd name="T6" fmla="*/ 0 w 961"/>
                    <a:gd name="T7" fmla="*/ 975 h 1301"/>
                    <a:gd name="T8" fmla="*/ 0 w 961"/>
                    <a:gd name="T9" fmla="*/ 0 h 1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61" h="1301">
                      <a:moveTo>
                        <a:pt x="0" y="0"/>
                      </a:moveTo>
                      <a:lnTo>
                        <a:pt x="961" y="326"/>
                      </a:lnTo>
                      <a:lnTo>
                        <a:pt x="961" y="1301"/>
                      </a:lnTo>
                      <a:lnTo>
                        <a:pt x="0" y="9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  <a:lumOff val="75000"/>
                  </a:schemeClr>
                </a:solidFill>
                <a:ln w="1270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ja-JP" altLang="en-US"/>
                </a:p>
              </p:txBody>
            </p:sp>
            <p:sp>
              <p:nvSpPr>
                <p:cNvPr id="28" name="Freeform 64">
                  <a:extLst>
                    <a:ext uri="{FF2B5EF4-FFF2-40B4-BE49-F238E27FC236}">
                      <a16:creationId xmlns:a16="http://schemas.microsoft.com/office/drawing/2014/main" id="{4846A4D5-01AF-D601-E1BF-6E7CC2709C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3937" y="892175"/>
                  <a:ext cx="508000" cy="687388"/>
                </a:xfrm>
                <a:custGeom>
                  <a:avLst/>
                  <a:gdLst>
                    <a:gd name="T0" fmla="*/ 0 w 961"/>
                    <a:gd name="T1" fmla="*/ 0 h 1299"/>
                    <a:gd name="T2" fmla="*/ 0 w 961"/>
                    <a:gd name="T3" fmla="*/ 975 h 1299"/>
                    <a:gd name="T4" fmla="*/ 961 w 961"/>
                    <a:gd name="T5" fmla="*/ 1299 h 1299"/>
                    <a:gd name="T6" fmla="*/ 961 w 961"/>
                    <a:gd name="T7" fmla="*/ 324 h 1299"/>
                    <a:gd name="T8" fmla="*/ 0 w 961"/>
                    <a:gd name="T9" fmla="*/ 0 h 12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61" h="1299">
                      <a:moveTo>
                        <a:pt x="0" y="0"/>
                      </a:moveTo>
                      <a:lnTo>
                        <a:pt x="0" y="975"/>
                      </a:lnTo>
                      <a:lnTo>
                        <a:pt x="961" y="1299"/>
                      </a:lnTo>
                      <a:lnTo>
                        <a:pt x="961" y="3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10000"/>
                    <a:lumOff val="90000"/>
                  </a:schemeClr>
                </a:solidFill>
                <a:ln w="1270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ja-JP" altLang="en-US"/>
                </a:p>
              </p:txBody>
            </p:sp>
            <p:sp>
              <p:nvSpPr>
                <p:cNvPr id="29" name="Freeform 65">
                  <a:extLst>
                    <a:ext uri="{FF2B5EF4-FFF2-40B4-BE49-F238E27FC236}">
                      <a16:creationId xmlns:a16="http://schemas.microsoft.com/office/drawing/2014/main" id="{61D83D15-F3A6-993C-3A9F-47D7646F4A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01937" y="806450"/>
                  <a:ext cx="407988" cy="773113"/>
                </a:xfrm>
                <a:custGeom>
                  <a:avLst/>
                  <a:gdLst>
                    <a:gd name="T0" fmla="*/ 0 w 769"/>
                    <a:gd name="T1" fmla="*/ 1461 h 1461"/>
                    <a:gd name="T2" fmla="*/ 769 w 769"/>
                    <a:gd name="T3" fmla="*/ 975 h 1461"/>
                    <a:gd name="T4" fmla="*/ 769 w 769"/>
                    <a:gd name="T5" fmla="*/ 0 h 1461"/>
                    <a:gd name="T6" fmla="*/ 0 w 769"/>
                    <a:gd name="T7" fmla="*/ 486 h 1461"/>
                    <a:gd name="T8" fmla="*/ 0 w 769"/>
                    <a:gd name="T9" fmla="*/ 1461 h 14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69" h="1461">
                      <a:moveTo>
                        <a:pt x="0" y="1461"/>
                      </a:moveTo>
                      <a:lnTo>
                        <a:pt x="769" y="975"/>
                      </a:lnTo>
                      <a:lnTo>
                        <a:pt x="769" y="0"/>
                      </a:lnTo>
                      <a:lnTo>
                        <a:pt x="0" y="486"/>
                      </a:lnTo>
                      <a:lnTo>
                        <a:pt x="0" y="1461"/>
                      </a:lnTo>
                      <a:close/>
                    </a:path>
                  </a:pathLst>
                </a:custGeom>
                <a:solidFill>
                  <a:schemeClr val="tx2">
                    <a:lumMod val="75000"/>
                    <a:lumOff val="25000"/>
                  </a:schemeClr>
                </a:solidFill>
                <a:ln w="1270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ja-JP" altLang="en-US"/>
                </a:p>
              </p:txBody>
            </p:sp>
          </p:grp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A4ABCB1-BA0F-157C-231B-F6DA2F3369F9}"/>
                  </a:ext>
                </a:extLst>
              </p:cNvPr>
              <p:cNvSpPr txBox="1"/>
              <p:nvPr/>
            </p:nvSpPr>
            <p:spPr>
              <a:xfrm rot="757606">
                <a:off x="4782105" y="6142644"/>
                <a:ext cx="10021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number</a:t>
                </a:r>
                <a:endParaRPr kumimoji="1" lang="ja-JP" altLang="en-US" dirty="0"/>
              </a:p>
            </p:txBody>
          </p:sp>
        </p:grp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66C1CAAB-158F-96AF-E9E1-2E1570C7CE73}"/>
                </a:ext>
              </a:extLst>
            </p:cNvPr>
            <p:cNvSpPr txBox="1"/>
            <p:nvPr/>
          </p:nvSpPr>
          <p:spPr>
            <a:xfrm>
              <a:off x="2924079" y="4533333"/>
              <a:ext cx="60388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変数</a:t>
              </a:r>
              <a:r>
                <a:rPr lang="en-US" altLang="ja-JP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(</a:t>
              </a:r>
              <a:r>
                <a:rPr lang="ja-JP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箱</a:t>
              </a:r>
              <a:r>
                <a:rPr lang="en-US" altLang="ja-JP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)</a:t>
              </a:r>
              <a:r>
                <a:rPr lang="ja-JP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を用意　　→　　</a:t>
              </a:r>
              <a:r>
                <a:rPr lang="ja-JP" altLang="en-US" sz="3600" b="1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宣言</a:t>
              </a:r>
              <a:endPara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76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5CD72-D15D-C466-D3FF-6C11A4D8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3889506-382C-3EBB-E1F6-D62F722C4F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11467B1-4659-8A8C-1359-AD3F181258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7AD2734-F9F5-9ADE-2928-8FB2D3CF10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EFC27CE0-CB29-D232-3833-95E60E0EE7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54C2F90-CCBB-7458-79CD-1A8F9122A7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D99DC7F-3EAD-9B66-2157-CC483FB78A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79581484-AC85-ABDD-820A-FB2AFBA546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A473D9CA-2BDB-7952-B875-305471A7FB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E66597D-FA27-3192-370A-9D9CBA68C8F6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0747BFC-9D1A-7E86-FEF2-136FA3A26D1A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C0A872-EBEE-2F08-8A50-D7C74D0BF567}"/>
              </a:ext>
            </a:extLst>
          </p:cNvPr>
          <p:cNvSpPr txBox="1"/>
          <p:nvPr/>
        </p:nvSpPr>
        <p:spPr>
          <a:xfrm>
            <a:off x="1826136" y="1410736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変数の宣言・代入・参照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E5E2769-AD0A-84F5-95CC-5F6860CAF21D}"/>
              </a:ext>
            </a:extLst>
          </p:cNvPr>
          <p:cNvSpPr txBox="1"/>
          <p:nvPr/>
        </p:nvSpPr>
        <p:spPr>
          <a:xfrm>
            <a:off x="1826136" y="2749469"/>
            <a:ext cx="8539728" cy="3416320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endParaRPr lang="en-US" altLang="ja-JP" sz="36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 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36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36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代入</a:t>
            </a:r>
            <a:endParaRPr lang="en-US" altLang="ja-JP" sz="3600" b="1" dirty="0">
              <a:solidFill>
                <a:schemeClr val="bg1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double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decimal 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1.11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</a:t>
            </a:r>
            <a:r>
              <a:rPr lang="en-US" altLang="ja-JP" sz="36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5A37DA7C-3E42-4DBC-541F-9A3D63C62A47}"/>
              </a:ext>
            </a:extLst>
          </p:cNvPr>
          <p:cNvSpPr/>
          <p:nvPr/>
        </p:nvSpPr>
        <p:spPr>
          <a:xfrm>
            <a:off x="1826136" y="231291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CD00B2BB-1D3A-9D6C-AE4A-997718F257F1}"/>
              </a:ext>
            </a:extLst>
          </p:cNvPr>
          <p:cNvGrpSpPr/>
          <p:nvPr/>
        </p:nvGrpSpPr>
        <p:grpSpPr>
          <a:xfrm>
            <a:off x="1452682" y="2218908"/>
            <a:ext cx="9257983" cy="4007916"/>
            <a:chOff x="1551888" y="2102030"/>
            <a:chExt cx="8749098" cy="3497831"/>
          </a:xfrm>
        </p:grpSpPr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76CA7F2A-CFC9-D368-11C8-E3A065C254D0}"/>
                </a:ext>
              </a:extLst>
            </p:cNvPr>
            <p:cNvGrpSpPr/>
            <p:nvPr/>
          </p:nvGrpSpPr>
          <p:grpSpPr>
            <a:xfrm>
              <a:off x="1551888" y="2102030"/>
              <a:ext cx="8749098" cy="3497831"/>
              <a:chOff x="1675697" y="2229025"/>
              <a:chExt cx="8749098" cy="3497831"/>
            </a:xfrm>
          </p:grpSpPr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90137943-48B1-0F65-01B3-885E05E274CF}"/>
                  </a:ext>
                </a:extLst>
              </p:cNvPr>
              <p:cNvSpPr/>
              <p:nvPr/>
            </p:nvSpPr>
            <p:spPr>
              <a:xfrm>
                <a:off x="1675697" y="2229025"/>
                <a:ext cx="8749098" cy="34978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grpSp>
            <p:nvGrpSpPr>
              <p:cNvPr id="33" name="グループ化 32">
                <a:extLst>
                  <a:ext uri="{FF2B5EF4-FFF2-40B4-BE49-F238E27FC236}">
                    <a16:creationId xmlns:a16="http://schemas.microsoft.com/office/drawing/2014/main" id="{1DB333C0-3675-E481-EFBE-098EC7FE9D99}"/>
                  </a:ext>
                </a:extLst>
              </p:cNvPr>
              <p:cNvGrpSpPr/>
              <p:nvPr/>
            </p:nvGrpSpPr>
            <p:grpSpPr>
              <a:xfrm>
                <a:off x="4087890" y="3109695"/>
                <a:ext cx="2707516" cy="1519495"/>
                <a:chOff x="4532408" y="5359779"/>
                <a:chExt cx="2707516" cy="1519495"/>
              </a:xfrm>
            </p:grpSpPr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D0C85B81-E0D8-A200-BD1A-1F1315E9FFFB}"/>
                    </a:ext>
                  </a:extLst>
                </p:cNvPr>
                <p:cNvGrpSpPr/>
                <p:nvPr/>
              </p:nvGrpSpPr>
              <p:grpSpPr>
                <a:xfrm>
                  <a:off x="4532408" y="5359779"/>
                  <a:ext cx="2707516" cy="1519495"/>
                  <a:chOff x="2293937" y="633412"/>
                  <a:chExt cx="915988" cy="946151"/>
                </a:xfrm>
              </p:grpSpPr>
              <p:sp>
                <p:nvSpPr>
                  <p:cNvPr id="26" name="Freeform 62">
                    <a:extLst>
                      <a:ext uri="{FF2B5EF4-FFF2-40B4-BE49-F238E27FC236}">
                        <a16:creationId xmlns:a16="http://schemas.microsoft.com/office/drawing/2014/main" id="{6111026D-278C-C348-6B0C-3596405F9B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633412"/>
                    <a:ext cx="406400" cy="774700"/>
                  </a:xfrm>
                  <a:custGeom>
                    <a:avLst/>
                    <a:gdLst>
                      <a:gd name="T0" fmla="*/ 0 w 769"/>
                      <a:gd name="T1" fmla="*/ 1463 h 1463"/>
                      <a:gd name="T2" fmla="*/ 769 w 769"/>
                      <a:gd name="T3" fmla="*/ 975 h 1463"/>
                      <a:gd name="T4" fmla="*/ 769 w 769"/>
                      <a:gd name="T5" fmla="*/ 0 h 1463"/>
                      <a:gd name="T6" fmla="*/ 0 w 769"/>
                      <a:gd name="T7" fmla="*/ 488 h 1463"/>
                      <a:gd name="T8" fmla="*/ 0 w 769"/>
                      <a:gd name="T9" fmla="*/ 1463 h 14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3">
                        <a:moveTo>
                          <a:pt x="0" y="1463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8"/>
                        </a:lnTo>
                        <a:lnTo>
                          <a:pt x="0" y="146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90000"/>
                      <a:lumOff val="1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7" name="Freeform 63">
                    <a:extLst>
                      <a:ext uri="{FF2B5EF4-FFF2-40B4-BE49-F238E27FC236}">
                        <a16:creationId xmlns:a16="http://schemas.microsoft.com/office/drawing/2014/main" id="{41855495-3DFD-3EE7-502C-FD6388A5E6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337" y="633412"/>
                    <a:ext cx="509588" cy="688975"/>
                  </a:xfrm>
                  <a:custGeom>
                    <a:avLst/>
                    <a:gdLst>
                      <a:gd name="T0" fmla="*/ 0 w 961"/>
                      <a:gd name="T1" fmla="*/ 0 h 1301"/>
                      <a:gd name="T2" fmla="*/ 961 w 961"/>
                      <a:gd name="T3" fmla="*/ 326 h 1301"/>
                      <a:gd name="T4" fmla="*/ 961 w 961"/>
                      <a:gd name="T5" fmla="*/ 1301 h 1301"/>
                      <a:gd name="T6" fmla="*/ 0 w 961"/>
                      <a:gd name="T7" fmla="*/ 975 h 1301"/>
                      <a:gd name="T8" fmla="*/ 0 w 961"/>
                      <a:gd name="T9" fmla="*/ 0 h 13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301">
                        <a:moveTo>
                          <a:pt x="0" y="0"/>
                        </a:moveTo>
                        <a:lnTo>
                          <a:pt x="961" y="326"/>
                        </a:lnTo>
                        <a:lnTo>
                          <a:pt x="961" y="1301"/>
                        </a:lnTo>
                        <a:lnTo>
                          <a:pt x="0" y="9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5000"/>
                      <a:lumOff val="7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8" name="Freeform 64">
                    <a:extLst>
                      <a:ext uri="{FF2B5EF4-FFF2-40B4-BE49-F238E27FC236}">
                        <a16:creationId xmlns:a16="http://schemas.microsoft.com/office/drawing/2014/main" id="{D271D6AA-6BFE-4D86-1A52-6D88EE1033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892175"/>
                    <a:ext cx="508000" cy="687388"/>
                  </a:xfrm>
                  <a:custGeom>
                    <a:avLst/>
                    <a:gdLst>
                      <a:gd name="T0" fmla="*/ 0 w 961"/>
                      <a:gd name="T1" fmla="*/ 0 h 1299"/>
                      <a:gd name="T2" fmla="*/ 0 w 961"/>
                      <a:gd name="T3" fmla="*/ 975 h 1299"/>
                      <a:gd name="T4" fmla="*/ 961 w 961"/>
                      <a:gd name="T5" fmla="*/ 1299 h 1299"/>
                      <a:gd name="T6" fmla="*/ 961 w 961"/>
                      <a:gd name="T7" fmla="*/ 324 h 1299"/>
                      <a:gd name="T8" fmla="*/ 0 w 961"/>
                      <a:gd name="T9" fmla="*/ 0 h 12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299">
                        <a:moveTo>
                          <a:pt x="0" y="0"/>
                        </a:moveTo>
                        <a:lnTo>
                          <a:pt x="0" y="975"/>
                        </a:lnTo>
                        <a:lnTo>
                          <a:pt x="961" y="1299"/>
                        </a:lnTo>
                        <a:lnTo>
                          <a:pt x="961" y="32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10000"/>
                      <a:lumOff val="9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9" name="Freeform 65">
                    <a:extLst>
                      <a:ext uri="{FF2B5EF4-FFF2-40B4-BE49-F238E27FC236}">
                        <a16:creationId xmlns:a16="http://schemas.microsoft.com/office/drawing/2014/main" id="{F118D2E0-C3A4-4F07-F051-145F049051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1937" y="806450"/>
                    <a:ext cx="407988" cy="773113"/>
                  </a:xfrm>
                  <a:custGeom>
                    <a:avLst/>
                    <a:gdLst>
                      <a:gd name="T0" fmla="*/ 0 w 769"/>
                      <a:gd name="T1" fmla="*/ 1461 h 1461"/>
                      <a:gd name="T2" fmla="*/ 769 w 769"/>
                      <a:gd name="T3" fmla="*/ 975 h 1461"/>
                      <a:gd name="T4" fmla="*/ 769 w 769"/>
                      <a:gd name="T5" fmla="*/ 0 h 1461"/>
                      <a:gd name="T6" fmla="*/ 0 w 769"/>
                      <a:gd name="T7" fmla="*/ 486 h 1461"/>
                      <a:gd name="T8" fmla="*/ 0 w 769"/>
                      <a:gd name="T9" fmla="*/ 1461 h 1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1">
                        <a:moveTo>
                          <a:pt x="0" y="1461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6"/>
                        </a:lnTo>
                        <a:lnTo>
                          <a:pt x="0" y="1461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75000"/>
                      <a:lumOff val="2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C0A44677-9599-AC18-FA0E-6E88635CEEEF}"/>
                    </a:ext>
                  </a:extLst>
                </p:cNvPr>
                <p:cNvSpPr txBox="1"/>
                <p:nvPr/>
              </p:nvSpPr>
              <p:spPr>
                <a:xfrm rot="757606">
                  <a:off x="4782105" y="6142644"/>
                  <a:ext cx="10021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number</a:t>
                  </a:r>
                  <a:endParaRPr kumimoji="1" lang="ja-JP" altLang="en-US" dirty="0"/>
                </a:p>
              </p:txBody>
            </p:sp>
          </p:grp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157B7BA0-87A4-E71D-497C-7B5A2DC35D84}"/>
                  </a:ext>
                </a:extLst>
              </p:cNvPr>
              <p:cNvSpPr txBox="1"/>
              <p:nvPr/>
            </p:nvSpPr>
            <p:spPr>
              <a:xfrm>
                <a:off x="2597019" y="4732527"/>
                <a:ext cx="740940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変数</a:t>
                </a:r>
                <a:r>
                  <a:rPr lang="en-US" altLang="ja-JP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</a:t>
                </a:r>
                <a:r>
                  <a:rPr lang="ja-JP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箱</a:t>
                </a:r>
                <a:r>
                  <a:rPr lang="en-US" altLang="ja-JP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)</a:t>
                </a:r>
                <a:r>
                  <a:rPr lang="ja-JP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に値を入れる　　→　　</a:t>
                </a:r>
                <a:r>
                  <a:rPr lang="ja-JP" altLang="en-US" sz="3600" b="1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代入</a:t>
                </a:r>
                <a:endParaRPr lang="en-US" altLang="ja-JP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30DB9B68-C1B7-B9B4-49BD-6C88B78E56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5335" y="3024062"/>
              <a:ext cx="2093324" cy="466748"/>
            </a:xfrm>
            <a:prstGeom prst="straightConnector1">
              <a:avLst/>
            </a:prstGeom>
            <a:ln w="984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D672AAAC-D797-59F6-CBBE-E8F24858C452}"/>
                </a:ext>
              </a:extLst>
            </p:cNvPr>
            <p:cNvSpPr/>
            <p:nvPr/>
          </p:nvSpPr>
          <p:spPr>
            <a:xfrm>
              <a:off x="7024471" y="2338463"/>
              <a:ext cx="1360847" cy="12567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600" b="1" dirty="0"/>
                <a:t>1</a:t>
              </a:r>
              <a:endParaRPr kumimoji="1" lang="ja-JP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4267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AB31-553F-3977-BC1C-C702ACE3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C85B1DA-938C-5BD4-D2D3-9754AB7360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D14364A4-F6B6-A8B6-050C-B2DECCA2D5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C217D495-8A0A-B34D-3CD0-D0ED37CFDB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13F13317-D31C-D11B-5DB0-6F2FA811C2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8A7034B-0BC9-CFB0-27F3-8773362C9C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7B21D9D-1F49-F4CA-EC2B-42AF03857D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742C1DF5-65D9-E652-783F-A6BCE31399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4AE0F8A4-F5A4-01F6-6DDB-187683EF1E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F7A00E8-45E8-30B8-25F8-644253FAA853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6D0763-C3CB-F05C-1B7E-777F3C314EAB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9EF838-D9FD-D3D2-2DB9-24C7D2610311}"/>
              </a:ext>
            </a:extLst>
          </p:cNvPr>
          <p:cNvSpPr txBox="1"/>
          <p:nvPr/>
        </p:nvSpPr>
        <p:spPr>
          <a:xfrm>
            <a:off x="1826136" y="1410736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変数の宣言・代入・参照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7D4EEF2-C2EA-F372-24A1-C6533605D699}"/>
              </a:ext>
            </a:extLst>
          </p:cNvPr>
          <p:cNvSpPr txBox="1"/>
          <p:nvPr/>
        </p:nvSpPr>
        <p:spPr>
          <a:xfrm>
            <a:off x="1826136" y="2749469"/>
            <a:ext cx="8539728" cy="3046988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2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2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endParaRPr lang="en-US" altLang="ja-JP" sz="32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 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3200" b="1" dirty="0">
              <a:solidFill>
                <a:schemeClr val="bg1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2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double 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decimal 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1.11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r>
              <a:rPr lang="en-US" altLang="ja-JP" sz="32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// </a:t>
            </a:r>
            <a:r>
              <a:rPr lang="ja-JP" altLang="en-US" sz="32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同時</a:t>
            </a:r>
            <a:endParaRPr lang="en-US" altLang="ja-JP" sz="32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2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</a:t>
            </a:r>
            <a:r>
              <a:rPr lang="en-US" altLang="ja-JP" sz="32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2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E97006DE-8D64-EAE2-A3C4-8E006FEE25F8}"/>
              </a:ext>
            </a:extLst>
          </p:cNvPr>
          <p:cNvSpPr/>
          <p:nvPr/>
        </p:nvSpPr>
        <p:spPr>
          <a:xfrm>
            <a:off x="1826136" y="231291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B92E5BAE-D9D8-3C01-EF70-6D75C790C3E6}"/>
              </a:ext>
            </a:extLst>
          </p:cNvPr>
          <p:cNvGrpSpPr/>
          <p:nvPr/>
        </p:nvGrpSpPr>
        <p:grpSpPr>
          <a:xfrm>
            <a:off x="1542025" y="2160775"/>
            <a:ext cx="9312241" cy="4066049"/>
            <a:chOff x="1599416" y="2223998"/>
            <a:chExt cx="8993168" cy="3497831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9D4A3C7E-F3D3-50CB-88C1-72D9F2F75793}"/>
                </a:ext>
              </a:extLst>
            </p:cNvPr>
            <p:cNvSpPr/>
            <p:nvPr/>
          </p:nvSpPr>
          <p:spPr>
            <a:xfrm>
              <a:off x="1698216" y="2223998"/>
              <a:ext cx="8749098" cy="34978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7C7DE058-A1E2-D386-BDF7-0BF9EA410AFE}"/>
                </a:ext>
              </a:extLst>
            </p:cNvPr>
            <p:cNvSpPr txBox="1"/>
            <p:nvPr/>
          </p:nvSpPr>
          <p:spPr>
            <a:xfrm>
              <a:off x="1599416" y="4716403"/>
              <a:ext cx="89931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値入りの変数</a:t>
              </a:r>
              <a:r>
                <a:rPr lang="en-US" altLang="ja-JP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(</a:t>
              </a:r>
              <a:r>
                <a:rPr lang="ja-JP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箱</a:t>
              </a:r>
              <a:r>
                <a:rPr lang="en-US" altLang="ja-JP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)</a:t>
              </a:r>
              <a:r>
                <a:rPr lang="ja-JP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を用意　　→　　</a:t>
              </a:r>
              <a:r>
                <a:rPr lang="ja-JP" altLang="en-US" sz="3600" b="1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宣言・代入</a:t>
              </a:r>
              <a:endPara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C4840A7E-26DE-CFAB-1E5A-E63ECE5161CE}"/>
                </a:ext>
              </a:extLst>
            </p:cNvPr>
            <p:cNvGrpSpPr/>
            <p:nvPr/>
          </p:nvGrpSpPr>
          <p:grpSpPr>
            <a:xfrm>
              <a:off x="4632011" y="2473382"/>
              <a:ext cx="2707516" cy="2129633"/>
              <a:chOff x="3964081" y="2419146"/>
              <a:chExt cx="2707516" cy="2129633"/>
            </a:xfrm>
          </p:grpSpPr>
          <p:grpSp>
            <p:nvGrpSpPr>
              <p:cNvPr id="33" name="グループ化 32">
                <a:extLst>
                  <a:ext uri="{FF2B5EF4-FFF2-40B4-BE49-F238E27FC236}">
                    <a16:creationId xmlns:a16="http://schemas.microsoft.com/office/drawing/2014/main" id="{6FBCE23C-679F-5A32-D4A6-3FDAAE0E84C3}"/>
                  </a:ext>
                </a:extLst>
              </p:cNvPr>
              <p:cNvGrpSpPr/>
              <p:nvPr/>
            </p:nvGrpSpPr>
            <p:grpSpPr>
              <a:xfrm>
                <a:off x="3964081" y="3029284"/>
                <a:ext cx="2707516" cy="1519495"/>
                <a:chOff x="4532408" y="5359779"/>
                <a:chExt cx="2707516" cy="1519495"/>
              </a:xfrm>
            </p:grpSpPr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8951D6F5-068B-E88B-A4CA-B88D8F9C83ED}"/>
                    </a:ext>
                  </a:extLst>
                </p:cNvPr>
                <p:cNvGrpSpPr/>
                <p:nvPr/>
              </p:nvGrpSpPr>
              <p:grpSpPr>
                <a:xfrm>
                  <a:off x="4532408" y="5359779"/>
                  <a:ext cx="2707516" cy="1519495"/>
                  <a:chOff x="2293937" y="633412"/>
                  <a:chExt cx="915988" cy="946151"/>
                </a:xfrm>
              </p:grpSpPr>
              <p:sp>
                <p:nvSpPr>
                  <p:cNvPr id="26" name="Freeform 62">
                    <a:extLst>
                      <a:ext uri="{FF2B5EF4-FFF2-40B4-BE49-F238E27FC236}">
                        <a16:creationId xmlns:a16="http://schemas.microsoft.com/office/drawing/2014/main" id="{B7AF49D0-CABA-762C-0F16-3CADD6D9FA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633412"/>
                    <a:ext cx="406400" cy="774700"/>
                  </a:xfrm>
                  <a:custGeom>
                    <a:avLst/>
                    <a:gdLst>
                      <a:gd name="T0" fmla="*/ 0 w 769"/>
                      <a:gd name="T1" fmla="*/ 1463 h 1463"/>
                      <a:gd name="T2" fmla="*/ 769 w 769"/>
                      <a:gd name="T3" fmla="*/ 975 h 1463"/>
                      <a:gd name="T4" fmla="*/ 769 w 769"/>
                      <a:gd name="T5" fmla="*/ 0 h 1463"/>
                      <a:gd name="T6" fmla="*/ 0 w 769"/>
                      <a:gd name="T7" fmla="*/ 488 h 1463"/>
                      <a:gd name="T8" fmla="*/ 0 w 769"/>
                      <a:gd name="T9" fmla="*/ 1463 h 14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3">
                        <a:moveTo>
                          <a:pt x="0" y="1463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8"/>
                        </a:lnTo>
                        <a:lnTo>
                          <a:pt x="0" y="146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90000"/>
                      <a:lumOff val="1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7" name="Freeform 63">
                    <a:extLst>
                      <a:ext uri="{FF2B5EF4-FFF2-40B4-BE49-F238E27FC236}">
                        <a16:creationId xmlns:a16="http://schemas.microsoft.com/office/drawing/2014/main" id="{AB66D6EC-7247-7B9E-8BA1-362ED89CE6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337" y="633412"/>
                    <a:ext cx="509588" cy="688975"/>
                  </a:xfrm>
                  <a:custGeom>
                    <a:avLst/>
                    <a:gdLst>
                      <a:gd name="T0" fmla="*/ 0 w 961"/>
                      <a:gd name="T1" fmla="*/ 0 h 1301"/>
                      <a:gd name="T2" fmla="*/ 961 w 961"/>
                      <a:gd name="T3" fmla="*/ 326 h 1301"/>
                      <a:gd name="T4" fmla="*/ 961 w 961"/>
                      <a:gd name="T5" fmla="*/ 1301 h 1301"/>
                      <a:gd name="T6" fmla="*/ 0 w 961"/>
                      <a:gd name="T7" fmla="*/ 975 h 1301"/>
                      <a:gd name="T8" fmla="*/ 0 w 961"/>
                      <a:gd name="T9" fmla="*/ 0 h 13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301">
                        <a:moveTo>
                          <a:pt x="0" y="0"/>
                        </a:moveTo>
                        <a:lnTo>
                          <a:pt x="961" y="326"/>
                        </a:lnTo>
                        <a:lnTo>
                          <a:pt x="961" y="1301"/>
                        </a:lnTo>
                        <a:lnTo>
                          <a:pt x="0" y="9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5000"/>
                      <a:lumOff val="7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8" name="Freeform 64">
                    <a:extLst>
                      <a:ext uri="{FF2B5EF4-FFF2-40B4-BE49-F238E27FC236}">
                        <a16:creationId xmlns:a16="http://schemas.microsoft.com/office/drawing/2014/main" id="{774E1C00-DB42-F19F-4772-1ED0179A2C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892175"/>
                    <a:ext cx="508000" cy="687388"/>
                  </a:xfrm>
                  <a:custGeom>
                    <a:avLst/>
                    <a:gdLst>
                      <a:gd name="T0" fmla="*/ 0 w 961"/>
                      <a:gd name="T1" fmla="*/ 0 h 1299"/>
                      <a:gd name="T2" fmla="*/ 0 w 961"/>
                      <a:gd name="T3" fmla="*/ 975 h 1299"/>
                      <a:gd name="T4" fmla="*/ 961 w 961"/>
                      <a:gd name="T5" fmla="*/ 1299 h 1299"/>
                      <a:gd name="T6" fmla="*/ 961 w 961"/>
                      <a:gd name="T7" fmla="*/ 324 h 1299"/>
                      <a:gd name="T8" fmla="*/ 0 w 961"/>
                      <a:gd name="T9" fmla="*/ 0 h 12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299">
                        <a:moveTo>
                          <a:pt x="0" y="0"/>
                        </a:moveTo>
                        <a:lnTo>
                          <a:pt x="0" y="975"/>
                        </a:lnTo>
                        <a:lnTo>
                          <a:pt x="961" y="1299"/>
                        </a:lnTo>
                        <a:lnTo>
                          <a:pt x="961" y="32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10000"/>
                      <a:lumOff val="9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9" name="Freeform 65">
                    <a:extLst>
                      <a:ext uri="{FF2B5EF4-FFF2-40B4-BE49-F238E27FC236}">
                        <a16:creationId xmlns:a16="http://schemas.microsoft.com/office/drawing/2014/main" id="{4C467B07-1A9C-21E7-51F9-E7E0E369E4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1937" y="806450"/>
                    <a:ext cx="407988" cy="773113"/>
                  </a:xfrm>
                  <a:custGeom>
                    <a:avLst/>
                    <a:gdLst>
                      <a:gd name="T0" fmla="*/ 0 w 769"/>
                      <a:gd name="T1" fmla="*/ 1461 h 1461"/>
                      <a:gd name="T2" fmla="*/ 769 w 769"/>
                      <a:gd name="T3" fmla="*/ 975 h 1461"/>
                      <a:gd name="T4" fmla="*/ 769 w 769"/>
                      <a:gd name="T5" fmla="*/ 0 h 1461"/>
                      <a:gd name="T6" fmla="*/ 0 w 769"/>
                      <a:gd name="T7" fmla="*/ 486 h 1461"/>
                      <a:gd name="T8" fmla="*/ 0 w 769"/>
                      <a:gd name="T9" fmla="*/ 1461 h 1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1">
                        <a:moveTo>
                          <a:pt x="0" y="1461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6"/>
                        </a:lnTo>
                        <a:lnTo>
                          <a:pt x="0" y="1461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75000"/>
                      <a:lumOff val="2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7FBD3B33-729A-7B8B-9592-52653F018ED4}"/>
                    </a:ext>
                  </a:extLst>
                </p:cNvPr>
                <p:cNvSpPr txBox="1"/>
                <p:nvPr/>
              </p:nvSpPr>
              <p:spPr>
                <a:xfrm rot="757606">
                  <a:off x="4774392" y="6233820"/>
                  <a:ext cx="1146089" cy="3177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decimal</a:t>
                  </a:r>
                  <a:endParaRPr kumimoji="1" lang="ja-JP" altLang="en-US" dirty="0"/>
                </a:p>
              </p:txBody>
            </p:sp>
          </p:grpSp>
          <p:sp>
            <p:nvSpPr>
              <p:cNvPr id="23" name="楕円 22">
                <a:extLst>
                  <a:ext uri="{FF2B5EF4-FFF2-40B4-BE49-F238E27FC236}">
                    <a16:creationId xmlns:a16="http://schemas.microsoft.com/office/drawing/2014/main" id="{25D63593-DB37-7C11-6565-C4905F875F98}"/>
                  </a:ext>
                </a:extLst>
              </p:cNvPr>
              <p:cNvSpPr/>
              <p:nvPr/>
            </p:nvSpPr>
            <p:spPr>
              <a:xfrm>
                <a:off x="4671355" y="2419146"/>
                <a:ext cx="1390660" cy="1238764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200" b="1" dirty="0"/>
                  <a:t>1.11</a:t>
                </a:r>
                <a:endParaRPr kumimoji="1" lang="ja-JP" altLang="en-US" sz="32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694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4A2F4-FCB0-8375-A0CB-56279A9F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043020C-D93A-AE1B-58ED-BAA12C4116B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5CC57AC7-A785-2C5B-5DC3-44473E8C15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CE63BEB5-6A97-B09B-0082-6F8BDBBC88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E05E9FE7-D244-F110-AC07-B7B27FEC97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2F79A23-C30F-7E79-4F94-84038A33D1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DA032F0-1DF6-7E27-5C87-7BE04069A3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6E08AE4E-CB30-1FA0-3DC1-6560CE383A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CBCD5D66-45EA-D56F-8CA9-4D35D2A8D8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BB871A8-D302-B4DE-4216-73E0C43D678B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E3BA4B4-F5F3-087A-BF2E-B2B6A9589EFC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0E1BAA-88B3-BBB9-F763-B4EDE64C70B7}"/>
              </a:ext>
            </a:extLst>
          </p:cNvPr>
          <p:cNvSpPr txBox="1"/>
          <p:nvPr/>
        </p:nvSpPr>
        <p:spPr>
          <a:xfrm>
            <a:off x="1826136" y="1410736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変数の宣言・代入・参照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D33BE0B-5A78-74B9-73C5-28FAF03CED9C}"/>
              </a:ext>
            </a:extLst>
          </p:cNvPr>
          <p:cNvSpPr txBox="1"/>
          <p:nvPr/>
        </p:nvSpPr>
        <p:spPr>
          <a:xfrm>
            <a:off x="1826136" y="2749469"/>
            <a:ext cx="8539728" cy="3046988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2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2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endParaRPr lang="en-US" altLang="ja-JP" sz="32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 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3200" b="1" dirty="0">
              <a:solidFill>
                <a:schemeClr val="bg1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2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double 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decimal 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1.11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3200" dirty="0">
              <a:solidFill>
                <a:srgbClr val="498D5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2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</a:t>
            </a:r>
            <a:r>
              <a:rPr lang="en-US" altLang="ja-JP" sz="32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32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32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参照</a:t>
            </a:r>
            <a:endParaRPr lang="en-US" altLang="ja-JP" sz="3200" b="1" dirty="0">
              <a:solidFill>
                <a:schemeClr val="bg1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DA2B0E0A-E03D-9E13-D600-F85DA579B65A}"/>
              </a:ext>
            </a:extLst>
          </p:cNvPr>
          <p:cNvSpPr/>
          <p:nvPr/>
        </p:nvSpPr>
        <p:spPr>
          <a:xfrm>
            <a:off x="1826136" y="231291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91F0C849-7862-E706-5CB1-D7E803DF7572}"/>
              </a:ext>
            </a:extLst>
          </p:cNvPr>
          <p:cNvGrpSpPr/>
          <p:nvPr/>
        </p:nvGrpSpPr>
        <p:grpSpPr>
          <a:xfrm>
            <a:off x="1644329" y="2032107"/>
            <a:ext cx="9059514" cy="4194717"/>
            <a:chOff x="1644329" y="2032107"/>
            <a:chExt cx="9059514" cy="4194717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61D71194-F69A-6952-8464-8BA3DE01E0ED}"/>
                </a:ext>
              </a:extLst>
            </p:cNvPr>
            <p:cNvGrpSpPr/>
            <p:nvPr/>
          </p:nvGrpSpPr>
          <p:grpSpPr>
            <a:xfrm>
              <a:off x="1644329" y="2160775"/>
              <a:ext cx="9059514" cy="4066049"/>
              <a:chOff x="1698216" y="2223998"/>
              <a:chExt cx="8749098" cy="3497831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B9C16C20-E4C3-590B-1C1B-671976E99A3B}"/>
                  </a:ext>
                </a:extLst>
              </p:cNvPr>
              <p:cNvSpPr/>
              <p:nvPr/>
            </p:nvSpPr>
            <p:spPr>
              <a:xfrm>
                <a:off x="1698216" y="2223998"/>
                <a:ext cx="8749098" cy="34978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1F842A4A-9839-B916-677F-B420FE5F1F9C}"/>
                  </a:ext>
                </a:extLst>
              </p:cNvPr>
              <p:cNvSpPr txBox="1"/>
              <p:nvPr/>
            </p:nvSpPr>
            <p:spPr>
              <a:xfrm>
                <a:off x="2613313" y="4716403"/>
                <a:ext cx="6872227" cy="5560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変数</a:t>
                </a:r>
                <a:r>
                  <a:rPr lang="en-US" altLang="ja-JP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</a:t>
                </a:r>
                <a:r>
                  <a:rPr lang="ja-JP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箱</a:t>
                </a:r>
                <a:r>
                  <a:rPr lang="en-US" altLang="ja-JP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)</a:t>
                </a:r>
                <a:r>
                  <a:rPr lang="ja-JP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の中身を確認　→　　</a:t>
                </a:r>
                <a:r>
                  <a:rPr lang="ja-JP" altLang="en-US" sz="3600" b="1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参照</a:t>
                </a:r>
                <a:endParaRPr lang="en-US" altLang="ja-JP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grpSp>
            <p:nvGrpSpPr>
              <p:cNvPr id="20" name="グループ化 19">
                <a:extLst>
                  <a:ext uri="{FF2B5EF4-FFF2-40B4-BE49-F238E27FC236}">
                    <a16:creationId xmlns:a16="http://schemas.microsoft.com/office/drawing/2014/main" id="{EC889B2A-0EAE-A4E2-64B4-3D4A53C8EDFC}"/>
                  </a:ext>
                </a:extLst>
              </p:cNvPr>
              <p:cNvGrpSpPr/>
              <p:nvPr/>
            </p:nvGrpSpPr>
            <p:grpSpPr>
              <a:xfrm>
                <a:off x="4632011" y="2473382"/>
                <a:ext cx="2707516" cy="2129633"/>
                <a:chOff x="3964081" y="2419146"/>
                <a:chExt cx="2707516" cy="2129633"/>
              </a:xfrm>
            </p:grpSpPr>
            <p:grpSp>
              <p:nvGrpSpPr>
                <p:cNvPr id="21" name="グループ化 20">
                  <a:extLst>
                    <a:ext uri="{FF2B5EF4-FFF2-40B4-BE49-F238E27FC236}">
                      <a16:creationId xmlns:a16="http://schemas.microsoft.com/office/drawing/2014/main" id="{E0701591-3B62-191D-BFCB-E199EC489813}"/>
                    </a:ext>
                  </a:extLst>
                </p:cNvPr>
                <p:cNvGrpSpPr/>
                <p:nvPr/>
              </p:nvGrpSpPr>
              <p:grpSpPr>
                <a:xfrm>
                  <a:off x="3964081" y="3029284"/>
                  <a:ext cx="2707516" cy="1519495"/>
                  <a:chOff x="4532408" y="5359779"/>
                  <a:chExt cx="2707516" cy="1519495"/>
                </a:xfrm>
              </p:grpSpPr>
              <p:grpSp>
                <p:nvGrpSpPr>
                  <p:cNvPr id="24" name="グループ化 23">
                    <a:extLst>
                      <a:ext uri="{FF2B5EF4-FFF2-40B4-BE49-F238E27FC236}">
                        <a16:creationId xmlns:a16="http://schemas.microsoft.com/office/drawing/2014/main" id="{1716DC45-E3EC-03C3-E798-63E85E7A9CEE}"/>
                      </a:ext>
                    </a:extLst>
                  </p:cNvPr>
                  <p:cNvGrpSpPr/>
                  <p:nvPr/>
                </p:nvGrpSpPr>
                <p:grpSpPr>
                  <a:xfrm>
                    <a:off x="4532408" y="5359779"/>
                    <a:ext cx="2707516" cy="1519495"/>
                    <a:chOff x="2293937" y="633412"/>
                    <a:chExt cx="915988" cy="946151"/>
                  </a:xfrm>
                </p:grpSpPr>
                <p:sp>
                  <p:nvSpPr>
                    <p:cNvPr id="35" name="Freeform 62">
                      <a:extLst>
                        <a:ext uri="{FF2B5EF4-FFF2-40B4-BE49-F238E27FC236}">
                          <a16:creationId xmlns:a16="http://schemas.microsoft.com/office/drawing/2014/main" id="{6E78C2C5-D5A2-60D0-66A0-868693CBF1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93937" y="633412"/>
                      <a:ext cx="406400" cy="774700"/>
                    </a:xfrm>
                    <a:custGeom>
                      <a:avLst/>
                      <a:gdLst>
                        <a:gd name="T0" fmla="*/ 0 w 769"/>
                        <a:gd name="T1" fmla="*/ 1463 h 1463"/>
                        <a:gd name="T2" fmla="*/ 769 w 769"/>
                        <a:gd name="T3" fmla="*/ 975 h 1463"/>
                        <a:gd name="T4" fmla="*/ 769 w 769"/>
                        <a:gd name="T5" fmla="*/ 0 h 1463"/>
                        <a:gd name="T6" fmla="*/ 0 w 769"/>
                        <a:gd name="T7" fmla="*/ 488 h 1463"/>
                        <a:gd name="T8" fmla="*/ 0 w 769"/>
                        <a:gd name="T9" fmla="*/ 1463 h 14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9" h="1463">
                          <a:moveTo>
                            <a:pt x="0" y="1463"/>
                          </a:moveTo>
                          <a:lnTo>
                            <a:pt x="769" y="975"/>
                          </a:lnTo>
                          <a:lnTo>
                            <a:pt x="769" y="0"/>
                          </a:lnTo>
                          <a:lnTo>
                            <a:pt x="0" y="488"/>
                          </a:lnTo>
                          <a:lnTo>
                            <a:pt x="0" y="1463"/>
                          </a:lnTo>
                          <a:close/>
                        </a:path>
                      </a:pathLst>
                    </a:custGeom>
                    <a:solidFill>
                      <a:schemeClr val="tx2">
                        <a:lumMod val="90000"/>
                        <a:lumOff val="10000"/>
                      </a:schemeClr>
                    </a:solidFill>
                    <a:ln w="12700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36" name="Freeform 63">
                      <a:extLst>
                        <a:ext uri="{FF2B5EF4-FFF2-40B4-BE49-F238E27FC236}">
                          <a16:creationId xmlns:a16="http://schemas.microsoft.com/office/drawing/2014/main" id="{57397717-A7D8-6BF0-8868-D6BBA094438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700337" y="633412"/>
                      <a:ext cx="509588" cy="688975"/>
                    </a:xfrm>
                    <a:custGeom>
                      <a:avLst/>
                      <a:gdLst>
                        <a:gd name="T0" fmla="*/ 0 w 961"/>
                        <a:gd name="T1" fmla="*/ 0 h 1301"/>
                        <a:gd name="T2" fmla="*/ 961 w 961"/>
                        <a:gd name="T3" fmla="*/ 326 h 1301"/>
                        <a:gd name="T4" fmla="*/ 961 w 961"/>
                        <a:gd name="T5" fmla="*/ 1301 h 1301"/>
                        <a:gd name="T6" fmla="*/ 0 w 961"/>
                        <a:gd name="T7" fmla="*/ 975 h 1301"/>
                        <a:gd name="T8" fmla="*/ 0 w 961"/>
                        <a:gd name="T9" fmla="*/ 0 h 130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61" h="1301">
                          <a:moveTo>
                            <a:pt x="0" y="0"/>
                          </a:moveTo>
                          <a:lnTo>
                            <a:pt x="961" y="326"/>
                          </a:lnTo>
                          <a:lnTo>
                            <a:pt x="961" y="1301"/>
                          </a:lnTo>
                          <a:lnTo>
                            <a:pt x="0" y="97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tx2">
                        <a:lumMod val="25000"/>
                        <a:lumOff val="75000"/>
                      </a:schemeClr>
                    </a:solidFill>
                    <a:ln w="12700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37" name="Freeform 64">
                      <a:extLst>
                        <a:ext uri="{FF2B5EF4-FFF2-40B4-BE49-F238E27FC236}">
                          <a16:creationId xmlns:a16="http://schemas.microsoft.com/office/drawing/2014/main" id="{4D82DA93-33B0-225D-3A09-625F0A37F7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93937" y="892175"/>
                      <a:ext cx="508000" cy="687388"/>
                    </a:xfrm>
                    <a:custGeom>
                      <a:avLst/>
                      <a:gdLst>
                        <a:gd name="T0" fmla="*/ 0 w 961"/>
                        <a:gd name="T1" fmla="*/ 0 h 1299"/>
                        <a:gd name="T2" fmla="*/ 0 w 961"/>
                        <a:gd name="T3" fmla="*/ 975 h 1299"/>
                        <a:gd name="T4" fmla="*/ 961 w 961"/>
                        <a:gd name="T5" fmla="*/ 1299 h 1299"/>
                        <a:gd name="T6" fmla="*/ 961 w 961"/>
                        <a:gd name="T7" fmla="*/ 324 h 1299"/>
                        <a:gd name="T8" fmla="*/ 0 w 961"/>
                        <a:gd name="T9" fmla="*/ 0 h 129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61" h="1299">
                          <a:moveTo>
                            <a:pt x="0" y="0"/>
                          </a:moveTo>
                          <a:lnTo>
                            <a:pt x="0" y="975"/>
                          </a:lnTo>
                          <a:lnTo>
                            <a:pt x="961" y="1299"/>
                          </a:lnTo>
                          <a:lnTo>
                            <a:pt x="961" y="32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tx2">
                        <a:lumMod val="10000"/>
                        <a:lumOff val="90000"/>
                      </a:schemeClr>
                    </a:solidFill>
                    <a:ln w="12700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38" name="Freeform 65">
                      <a:extLst>
                        <a:ext uri="{FF2B5EF4-FFF2-40B4-BE49-F238E27FC236}">
                          <a16:creationId xmlns:a16="http://schemas.microsoft.com/office/drawing/2014/main" id="{994ECF53-0295-136D-D9FD-A53E688883D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01937" y="806450"/>
                      <a:ext cx="407988" cy="773113"/>
                    </a:xfrm>
                    <a:custGeom>
                      <a:avLst/>
                      <a:gdLst>
                        <a:gd name="T0" fmla="*/ 0 w 769"/>
                        <a:gd name="T1" fmla="*/ 1461 h 1461"/>
                        <a:gd name="T2" fmla="*/ 769 w 769"/>
                        <a:gd name="T3" fmla="*/ 975 h 1461"/>
                        <a:gd name="T4" fmla="*/ 769 w 769"/>
                        <a:gd name="T5" fmla="*/ 0 h 1461"/>
                        <a:gd name="T6" fmla="*/ 0 w 769"/>
                        <a:gd name="T7" fmla="*/ 486 h 1461"/>
                        <a:gd name="T8" fmla="*/ 0 w 769"/>
                        <a:gd name="T9" fmla="*/ 1461 h 14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9" h="1461">
                          <a:moveTo>
                            <a:pt x="0" y="1461"/>
                          </a:moveTo>
                          <a:lnTo>
                            <a:pt x="769" y="975"/>
                          </a:lnTo>
                          <a:lnTo>
                            <a:pt x="769" y="0"/>
                          </a:lnTo>
                          <a:lnTo>
                            <a:pt x="0" y="486"/>
                          </a:lnTo>
                          <a:lnTo>
                            <a:pt x="0" y="1461"/>
                          </a:lnTo>
                          <a:close/>
                        </a:path>
                      </a:pathLst>
                    </a:custGeom>
                    <a:solidFill>
                      <a:schemeClr val="tx2">
                        <a:lumMod val="75000"/>
                        <a:lumOff val="25000"/>
                      </a:schemeClr>
                    </a:solidFill>
                    <a:ln w="12700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ja-JP" altLang="en-US"/>
                    </a:p>
                  </p:txBody>
                </p:sp>
              </p:grpSp>
              <p:sp>
                <p:nvSpPr>
                  <p:cNvPr id="30" name="テキスト ボックス 29">
                    <a:extLst>
                      <a:ext uri="{FF2B5EF4-FFF2-40B4-BE49-F238E27FC236}">
                        <a16:creationId xmlns:a16="http://schemas.microsoft.com/office/drawing/2014/main" id="{3C36E871-DC6D-ACBD-53C2-817F154AE768}"/>
                      </a:ext>
                    </a:extLst>
                  </p:cNvPr>
                  <p:cNvSpPr txBox="1"/>
                  <p:nvPr/>
                </p:nvSpPr>
                <p:spPr>
                  <a:xfrm rot="757606">
                    <a:off x="4782105" y="6142644"/>
                    <a:ext cx="100217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dirty="0"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number</a:t>
                    </a:r>
                    <a:endParaRPr kumimoji="1" lang="ja-JP" altLang="en-US" dirty="0"/>
                  </a:p>
                </p:txBody>
              </p:sp>
            </p:grpSp>
            <p:sp>
              <p:nvSpPr>
                <p:cNvPr id="22" name="楕円 21">
                  <a:extLst>
                    <a:ext uri="{FF2B5EF4-FFF2-40B4-BE49-F238E27FC236}">
                      <a16:creationId xmlns:a16="http://schemas.microsoft.com/office/drawing/2014/main" id="{1743C01A-9093-E344-1D8A-BC1BE4FF0FD0}"/>
                    </a:ext>
                  </a:extLst>
                </p:cNvPr>
                <p:cNvSpPr/>
                <p:nvPr/>
              </p:nvSpPr>
              <p:spPr>
                <a:xfrm>
                  <a:off x="4671355" y="2419146"/>
                  <a:ext cx="1390660" cy="1238764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6600" b="1" dirty="0"/>
                    <a:t>1</a:t>
                  </a:r>
                  <a:endParaRPr kumimoji="1" lang="ja-JP" altLang="en-US" sz="6600" b="1" dirty="0"/>
                </a:p>
              </p:txBody>
            </p:sp>
          </p:grpSp>
        </p:grpSp>
        <p:pic>
          <p:nvPicPr>
            <p:cNvPr id="1026" name="Picture 2" descr="横アングルの目・瞳のシルエット02 | 無料のAi・PNG白黒シルエットイラスト">
              <a:extLst>
                <a:ext uri="{FF2B5EF4-FFF2-40B4-BE49-F238E27FC236}">
                  <a16:creationId xmlns:a16="http://schemas.microsoft.com/office/drawing/2014/main" id="{4894E63D-D8DE-3596-4694-71BFC1F4A5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723240" flipH="1">
              <a:off x="8076004" y="2032107"/>
              <a:ext cx="1682181" cy="1830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C604A328-71C7-195C-8BDF-085E28D279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7241" y="3054783"/>
              <a:ext cx="2215081" cy="534813"/>
            </a:xfrm>
            <a:prstGeom prst="straightConnector1">
              <a:avLst/>
            </a:prstGeom>
            <a:ln w="984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787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79F2D-80AE-CE69-D3A8-78F2C18D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B6A6F1D-0B69-88B1-1CE7-1BF99770D8B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B8D0D1B-C077-70FD-8C96-C34A4794D5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F7DB0A4-511D-6058-218B-E467A15A1F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E454F215-68D6-1C4C-CA47-C6C70B2D77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0E55584-0392-4362-1F67-52D161C26F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4203963-C15B-E183-804A-9B6DE2DB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FCFAAB5B-6934-2301-0819-FF25050B84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60D98892-2278-F6D2-9BB8-CD22C4898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49AE13F-05C6-5879-1EDF-A2B8C298F598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C422400-C8B8-C0B1-39F7-26EC1FD1B552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232B09D-1F1E-CDD0-B442-FBB846DC9999}"/>
              </a:ext>
            </a:extLst>
          </p:cNvPr>
          <p:cNvSpPr txBox="1"/>
          <p:nvPr/>
        </p:nvSpPr>
        <p:spPr>
          <a:xfrm>
            <a:off x="1826136" y="1410736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文字型の変数例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3703546-9E1E-CE6E-1AEA-740041E28800}"/>
              </a:ext>
            </a:extLst>
          </p:cNvPr>
          <p:cNvSpPr txBox="1"/>
          <p:nvPr/>
        </p:nvSpPr>
        <p:spPr>
          <a:xfrm>
            <a:off x="1826136" y="2749469"/>
            <a:ext cx="8539728" cy="2862322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6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string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words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36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36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6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宣言</a:t>
            </a:r>
            <a:endParaRPr lang="en-US" altLang="ja-JP" sz="36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words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altLang="ja-JP" sz="36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</a:t>
            </a:r>
            <a:r>
              <a:rPr lang="en-US" altLang="ja-JP" sz="3600" dirty="0" err="1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abc</a:t>
            </a:r>
            <a:r>
              <a:rPr lang="en-US" altLang="ja-JP" sz="36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36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36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6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代入</a:t>
            </a:r>
            <a:endParaRPr lang="en-US" altLang="ja-JP" sz="36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char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 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’a’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36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36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6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同時</a:t>
            </a:r>
            <a:endParaRPr lang="en-US" altLang="ja-JP" sz="36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72124ED7-4331-3361-2B8B-791286C4FE5B}"/>
              </a:ext>
            </a:extLst>
          </p:cNvPr>
          <p:cNvSpPr/>
          <p:nvPr/>
        </p:nvSpPr>
        <p:spPr>
          <a:xfrm>
            <a:off x="1826136" y="231291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EC26AEB-87C5-433F-8C80-817DBEC58F3E}"/>
              </a:ext>
            </a:extLst>
          </p:cNvPr>
          <p:cNvSpPr txBox="1"/>
          <p:nvPr/>
        </p:nvSpPr>
        <p:spPr>
          <a:xfrm>
            <a:off x="6701238" y="2207596"/>
            <a:ext cx="5114842" cy="954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” ”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と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’ ’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に注意</a:t>
            </a:r>
            <a:b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</a:b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1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字のみなら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’ ’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、複数字なら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” ”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  <a:cs typeface="JasmineUPC" panose="020B0502040204020203" pitchFamily="18" charset="-34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BA81E6E5-78BC-D62F-3324-60EFE8B1FA16}"/>
              </a:ext>
            </a:extLst>
          </p:cNvPr>
          <p:cNvGrpSpPr/>
          <p:nvPr/>
        </p:nvGrpSpPr>
        <p:grpSpPr>
          <a:xfrm>
            <a:off x="6680918" y="1606753"/>
            <a:ext cx="1663173" cy="600843"/>
            <a:chOff x="6380753" y="620526"/>
            <a:chExt cx="1663173" cy="600843"/>
          </a:xfrm>
        </p:grpSpPr>
        <p:sp>
          <p:nvSpPr>
            <p:cNvPr id="23" name="四角形: 1 つの角を切り取る 22">
              <a:extLst>
                <a:ext uri="{FF2B5EF4-FFF2-40B4-BE49-F238E27FC236}">
                  <a16:creationId xmlns:a16="http://schemas.microsoft.com/office/drawing/2014/main" id="{5A5FCDB1-3102-FD96-6C82-24EAD3CBC093}"/>
                </a:ext>
              </a:extLst>
            </p:cNvPr>
            <p:cNvSpPr/>
            <p:nvPr/>
          </p:nvSpPr>
          <p:spPr>
            <a:xfrm>
              <a:off x="6380753" y="620526"/>
              <a:ext cx="1663173" cy="587451"/>
            </a:xfrm>
            <a:prstGeom prst="snip1Rect">
              <a:avLst>
                <a:gd name="adj" fmla="val 17673"/>
              </a:avLst>
            </a:prstGeom>
            <a:solidFill>
              <a:schemeClr val="accent2"/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endParaRPr>
            </a:p>
          </p:txBody>
        </p: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73A94FFA-6B8F-D80D-0640-711BCBA30124}"/>
                </a:ext>
              </a:extLst>
            </p:cNvPr>
            <p:cNvGrpSpPr/>
            <p:nvPr/>
          </p:nvGrpSpPr>
          <p:grpSpPr>
            <a:xfrm>
              <a:off x="6394713" y="620526"/>
              <a:ext cx="1563395" cy="600843"/>
              <a:chOff x="8814597" y="2729336"/>
              <a:chExt cx="1563395" cy="600843"/>
            </a:xfrm>
          </p:grpSpPr>
          <p:pic>
            <p:nvPicPr>
              <p:cNvPr id="25" name="グラフィックス 24" descr="右向き指示マーク 枠線">
                <a:extLst>
                  <a:ext uri="{FF2B5EF4-FFF2-40B4-BE49-F238E27FC236}">
                    <a16:creationId xmlns:a16="http://schemas.microsoft.com/office/drawing/2014/main" id="{F13E5FC9-94E3-F601-F69F-59083BD09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837687" flipH="1">
                <a:off x="8814597" y="2729336"/>
                <a:ext cx="538334" cy="538334"/>
              </a:xfrm>
              <a:prstGeom prst="rect">
                <a:avLst/>
              </a:prstGeom>
            </p:spPr>
          </p:pic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D4A3EAD2-6A33-2409-81B1-6A87EDE94CA6}"/>
                  </a:ext>
                </a:extLst>
              </p:cNvPr>
              <p:cNvSpPr txBox="1"/>
              <p:nvPr/>
            </p:nvSpPr>
            <p:spPr>
              <a:xfrm>
                <a:off x="9217618" y="2745404"/>
                <a:ext cx="116037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ja-JP" altLang="en-US" sz="3200" b="1" dirty="0">
                    <a:solidFill>
                      <a:schemeClr val="bg1"/>
                    </a:solidFill>
                  </a:rPr>
                  <a:t>注意</a:t>
                </a:r>
                <a:endParaRPr lang="en-US" altLang="ja-JP" sz="32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82883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45764-7255-C9A1-FA4B-9E9A9C97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38D9AF1-DCB1-EF2A-AB0A-C444F7AEAAE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898844A7-B6C3-5BFA-130E-E1417F5955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AF16E4AF-F241-4890-E509-9D7D536AEC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903CFA9-9D4B-9529-1266-75A78FC3DC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752AE6A-F71D-7FED-03F6-9A707DC97E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95B1340-AB19-DCB4-03FC-650AB06CDD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9D593EF3-00C3-D487-1E51-70EB30C653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79F0F289-A1A1-E663-692F-6865CE2BBF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C70F0E-C9F1-0323-738F-D0DC74879E21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EC3F1A-7489-885A-9B5D-F4189974DF73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の変数と型について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ADC80C-46F9-A97A-E7C1-603FACC9A346}"/>
              </a:ext>
            </a:extLst>
          </p:cNvPr>
          <p:cNvSpPr txBox="1"/>
          <p:nvPr/>
        </p:nvSpPr>
        <p:spPr>
          <a:xfrm>
            <a:off x="1826136" y="1410736"/>
            <a:ext cx="47949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bool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型の変数例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4304891-CD3B-5FC4-E3AC-6AF1746EB888}"/>
              </a:ext>
            </a:extLst>
          </p:cNvPr>
          <p:cNvSpPr txBox="1"/>
          <p:nvPr/>
        </p:nvSpPr>
        <p:spPr>
          <a:xfrm>
            <a:off x="1535181" y="2749469"/>
            <a:ext cx="5766155" cy="2862322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</a:t>
            </a:r>
            <a:r>
              <a:rPr lang="en-US" altLang="ja-JP" sz="36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36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36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6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宣言</a:t>
            </a:r>
            <a:endParaRPr lang="en-US" altLang="ja-JP" sz="36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36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36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6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代入</a:t>
            </a:r>
            <a:endParaRPr lang="en-US" altLang="ja-JP" sz="36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 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DF676177-659E-B848-734E-EA8C3F8F08F0}"/>
              </a:ext>
            </a:extLst>
          </p:cNvPr>
          <p:cNvSpPr/>
          <p:nvPr/>
        </p:nvSpPr>
        <p:spPr>
          <a:xfrm>
            <a:off x="1535181" y="231291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6F26574-DD2B-2978-3558-306FC036A50C}"/>
              </a:ext>
            </a:extLst>
          </p:cNvPr>
          <p:cNvSpPr txBox="1"/>
          <p:nvPr/>
        </p:nvSpPr>
        <p:spPr>
          <a:xfrm>
            <a:off x="7429257" y="1502974"/>
            <a:ext cx="476274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bool</a:t>
            </a:r>
            <a:r>
              <a:rPr lang="ja-JP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とは</a:t>
            </a:r>
            <a:endParaRPr lang="en-US" altLang="ja-JP" sz="4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true(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真・正しい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（偽・正しくない）の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つの意味しか持てない変数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84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EC80-E100-F988-4298-96A68812A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F467705-1292-75D2-33A6-C6316F63E9A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3AC5066D-8560-B8EB-952B-838901D1A0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3C31E338-0285-C841-1933-2314A740D0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B97DED34-8845-79E4-462E-5766B07B7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2171A8D-3AEF-F16B-2BC6-83852DE438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CC2F010-9523-BC2E-1B0D-BE7BD90B6A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62A618B6-7D85-F861-8A82-447505A367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0B1B4295-5EDA-0E93-1B8E-E80A6C8FF0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DDD756B-8B9A-B256-446C-32F7D1BFA31E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ACDD9BF-4FD8-E580-896E-9FEC0E0FDDF9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E99513E-1E35-B09F-A40C-8F2AF7992008}"/>
              </a:ext>
            </a:extLst>
          </p:cNvPr>
          <p:cNvSpPr txBox="1"/>
          <p:nvPr/>
        </p:nvSpPr>
        <p:spPr>
          <a:xfrm>
            <a:off x="1618811" y="1530367"/>
            <a:ext cx="72523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cin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の例文を打ってみよう</a:t>
            </a:r>
            <a:endParaRPr kumimoji="1"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75C6696-1E06-8EF8-1E65-91808FB9F664}"/>
              </a:ext>
            </a:extLst>
          </p:cNvPr>
          <p:cNvSpPr txBox="1"/>
          <p:nvPr/>
        </p:nvSpPr>
        <p:spPr>
          <a:xfrm>
            <a:off x="1826136" y="2749469"/>
            <a:ext cx="8539728" cy="2308324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0" name="四角形: 1 つの角を切り取る 9">
            <a:extLst>
              <a:ext uri="{FF2B5EF4-FFF2-40B4-BE49-F238E27FC236}">
                <a16:creationId xmlns:a16="http://schemas.microsoft.com/office/drawing/2014/main" id="{863BE881-2BF2-D259-EF77-DEA141D2240D}"/>
              </a:ext>
            </a:extLst>
          </p:cNvPr>
          <p:cNvSpPr/>
          <p:nvPr/>
        </p:nvSpPr>
        <p:spPr>
          <a:xfrm>
            <a:off x="1826136" y="231291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</p:spTree>
    <p:extLst>
      <p:ext uri="{BB962C8B-B14F-4D97-AF65-F5344CB8AC3E}">
        <p14:creationId xmlns:p14="http://schemas.microsoft.com/office/powerpoint/2010/main" val="2070485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07AFB-0D38-37E7-9D6E-9EF045A1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B0AB2E7-5AB3-D0A8-CFB8-87565CAA249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4DBFB7A4-3CD4-BB02-EEE6-C961373C70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13AC82C8-7D4F-A632-8F33-A2004B3745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9F5642C-DC92-FDFD-B765-F9FDE5E054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63EC359-393E-A82B-D80C-05DA13BCFC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F3EDDD8-B85E-5C4C-D97B-53E847672F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683A7E50-AD5D-5DD4-2A87-7763A8BF61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1E02BE9A-1BD0-EE72-536E-CF5AE3D38A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536648-61CB-FD25-6C3A-51471E189B2B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E722FA-4CA7-8122-D7A7-C2B3088453C5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43FDB19-511C-6CEB-ED8C-2BA225A59FC6}"/>
              </a:ext>
            </a:extLst>
          </p:cNvPr>
          <p:cNvSpPr txBox="1"/>
          <p:nvPr/>
        </p:nvSpPr>
        <p:spPr>
          <a:xfrm>
            <a:off x="994833" y="2016534"/>
            <a:ext cx="10285188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0" dirty="0" err="1">
                <a:solidFill>
                  <a:srgbClr val="9FD9F5"/>
                </a:solidFill>
                <a:highlight>
                  <a:srgbClr val="0000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ja-JP" altLang="en-US" sz="8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br>
              <a:rPr lang="en-US" altLang="ja-JP" sz="8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7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入力欄にあるものを</a:t>
            </a:r>
            <a:r>
              <a:rPr lang="ja-JP" altLang="en-US" sz="7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</a:t>
            </a:r>
            <a:endParaRPr kumimoji="1" lang="en-US" altLang="ja-JP" sz="80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8325039-5E97-5685-663C-208FC3BA9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392" y="4405045"/>
            <a:ext cx="3695336" cy="216596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B8FC367-75EA-E494-C7A3-D76F49F38B0D}"/>
              </a:ext>
            </a:extLst>
          </p:cNvPr>
          <p:cNvSpPr txBox="1"/>
          <p:nvPr/>
        </p:nvSpPr>
        <p:spPr>
          <a:xfrm>
            <a:off x="1025313" y="4471043"/>
            <a:ext cx="2900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ほぼ</a:t>
            </a:r>
            <a:r>
              <a:rPr kumimoji="1"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endParaRPr kumimoji="1"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3562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6F74B-A09C-9D24-56A8-8B54BDFC4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5BF1016-DB22-DB12-229D-3ED0F9605AE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A808EAC7-5F7B-CBA0-AA59-99F67C3772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4A439BB9-4C00-2F04-20B8-E5774ECCEA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B4EE6C63-88E8-BEFD-885C-5DB082AAA3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A3AF5D9-4329-486B-EC68-E5CBD06D45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61B32AF-9BCA-7BDF-F2DC-931D809F93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9901AC5F-C3FB-EDC8-CBBA-8FC602A608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20A3FE0C-578D-0836-0D66-F6AB810375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2A23173-C997-84B1-795A-852663CD3E0A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9883E4-1A28-D9DA-F778-64E0719A6F71}"/>
              </a:ext>
            </a:extLst>
          </p:cNvPr>
          <p:cNvSpPr txBox="1"/>
          <p:nvPr/>
        </p:nvSpPr>
        <p:spPr>
          <a:xfrm>
            <a:off x="2661739" y="201920"/>
            <a:ext cx="4812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の入力と出力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BE35139-14F9-B987-968C-85FA58C3DD8C}"/>
              </a:ext>
            </a:extLst>
          </p:cNvPr>
          <p:cNvSpPr txBox="1"/>
          <p:nvPr/>
        </p:nvSpPr>
        <p:spPr>
          <a:xfrm>
            <a:off x="1547478" y="1663288"/>
            <a:ext cx="7536037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5400" dirty="0" err="1">
                <a:solidFill>
                  <a:srgbClr val="9FD9F5"/>
                </a:solidFill>
                <a:highlight>
                  <a:srgbClr val="0000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ja-JP" alt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もとからある変数に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入力を</a:t>
            </a:r>
            <a:r>
              <a:rPr lang="ja-JP" altLang="en-US" sz="4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代入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するイメージ</a:t>
            </a:r>
            <a:endParaRPr lang="en-US" altLang="ja-JP" sz="54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A657177-7D42-1C99-2694-2CEA44D36FAC}"/>
              </a:ext>
            </a:extLst>
          </p:cNvPr>
          <p:cNvSpPr txBox="1"/>
          <p:nvPr/>
        </p:nvSpPr>
        <p:spPr>
          <a:xfrm>
            <a:off x="1589614" y="3816335"/>
            <a:ext cx="4861523" cy="2092881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2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6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sz="2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6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6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7" name="四角形: 1 つの角を切り取る 16">
            <a:extLst>
              <a:ext uri="{FF2B5EF4-FFF2-40B4-BE49-F238E27FC236}">
                <a16:creationId xmlns:a16="http://schemas.microsoft.com/office/drawing/2014/main" id="{A6386D93-BF41-9EDA-E7BB-879DDBC4E858}"/>
              </a:ext>
            </a:extLst>
          </p:cNvPr>
          <p:cNvSpPr/>
          <p:nvPr/>
        </p:nvSpPr>
        <p:spPr>
          <a:xfrm>
            <a:off x="1589615" y="3379783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0D3089-C25E-5124-E032-3D6C710A95C8}"/>
              </a:ext>
            </a:extLst>
          </p:cNvPr>
          <p:cNvSpPr txBox="1"/>
          <p:nvPr/>
        </p:nvSpPr>
        <p:spPr>
          <a:xfrm>
            <a:off x="6577441" y="3732986"/>
            <a:ext cx="4702584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3600" b="1" i="0" u="none" strike="noStrike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123</a:t>
            </a:r>
            <a:endParaRPr lang="en-US" altLang="ja-JP" sz="3600" b="1" i="0" u="none" strike="noStrike" dirty="0">
              <a:solidFill>
                <a:schemeClr val="bg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四角形: 1 つの角を切り取る 9">
            <a:extLst>
              <a:ext uri="{FF2B5EF4-FFF2-40B4-BE49-F238E27FC236}">
                <a16:creationId xmlns:a16="http://schemas.microsoft.com/office/drawing/2014/main" id="{6D0DA224-5BBE-4043-4268-113356BF53B9}"/>
              </a:ext>
            </a:extLst>
          </p:cNvPr>
          <p:cNvSpPr/>
          <p:nvPr/>
        </p:nvSpPr>
        <p:spPr>
          <a:xfrm>
            <a:off x="6577441" y="3356906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</a:t>
            </a:r>
            <a:r>
              <a:rPr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</a:t>
            </a:r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力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A58C556-4705-93F1-6DBF-3ED8DDDC6B09}"/>
              </a:ext>
            </a:extLst>
          </p:cNvPr>
          <p:cNvSpPr txBox="1"/>
          <p:nvPr/>
        </p:nvSpPr>
        <p:spPr>
          <a:xfrm>
            <a:off x="6577441" y="5291732"/>
            <a:ext cx="4702584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3600" b="1" i="0" u="none" strike="noStrike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123</a:t>
            </a:r>
            <a:endParaRPr lang="en-US" altLang="ja-JP" sz="3600" b="1" i="0" u="none" strike="noStrike" dirty="0">
              <a:solidFill>
                <a:schemeClr val="bg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四角形: 1 つの角を切り取る 17">
            <a:extLst>
              <a:ext uri="{FF2B5EF4-FFF2-40B4-BE49-F238E27FC236}">
                <a16:creationId xmlns:a16="http://schemas.microsoft.com/office/drawing/2014/main" id="{CD6ED2A8-2A97-FA0A-D75E-2B10BFF0BDD1}"/>
              </a:ext>
            </a:extLst>
          </p:cNvPr>
          <p:cNvSpPr/>
          <p:nvPr/>
        </p:nvSpPr>
        <p:spPr>
          <a:xfrm>
            <a:off x="6577441" y="4915652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</a:t>
            </a:r>
            <a:r>
              <a:rPr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出</a:t>
            </a:r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力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D595290A-9E90-2FED-CB16-E33791E46E27}"/>
              </a:ext>
            </a:extLst>
          </p:cNvPr>
          <p:cNvGrpSpPr/>
          <p:nvPr/>
        </p:nvGrpSpPr>
        <p:grpSpPr>
          <a:xfrm>
            <a:off x="1560146" y="1684050"/>
            <a:ext cx="9798733" cy="4491282"/>
            <a:chOff x="1826137" y="2304408"/>
            <a:chExt cx="8749098" cy="3497831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7AB2E360-DEC3-0A2F-98DC-C5EEA75365D6}"/>
                </a:ext>
              </a:extLst>
            </p:cNvPr>
            <p:cNvSpPr/>
            <p:nvPr/>
          </p:nvSpPr>
          <p:spPr>
            <a:xfrm>
              <a:off x="1826137" y="2304408"/>
              <a:ext cx="8749098" cy="34978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A599090F-4BAC-08F7-44F0-B5E84CA1DDD8}"/>
                </a:ext>
              </a:extLst>
            </p:cNvPr>
            <p:cNvGrpSpPr/>
            <p:nvPr/>
          </p:nvGrpSpPr>
          <p:grpSpPr>
            <a:xfrm>
              <a:off x="4742242" y="2723614"/>
              <a:ext cx="2707516" cy="1519495"/>
              <a:chOff x="4532408" y="5359779"/>
              <a:chExt cx="2707516" cy="1519495"/>
            </a:xfrm>
          </p:grpSpPr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4ECC4DBD-6B99-F098-A0D9-4F88FCB0DE24}"/>
                  </a:ext>
                </a:extLst>
              </p:cNvPr>
              <p:cNvGrpSpPr/>
              <p:nvPr/>
            </p:nvGrpSpPr>
            <p:grpSpPr>
              <a:xfrm>
                <a:off x="4532408" y="5359779"/>
                <a:ext cx="2707516" cy="1519495"/>
                <a:chOff x="2293937" y="633412"/>
                <a:chExt cx="915988" cy="946151"/>
              </a:xfrm>
            </p:grpSpPr>
            <p:sp>
              <p:nvSpPr>
                <p:cNvPr id="28" name="Freeform 62">
                  <a:extLst>
                    <a:ext uri="{FF2B5EF4-FFF2-40B4-BE49-F238E27FC236}">
                      <a16:creationId xmlns:a16="http://schemas.microsoft.com/office/drawing/2014/main" id="{83A32940-C34D-2056-BB48-96448662D4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3937" y="633412"/>
                  <a:ext cx="406400" cy="774700"/>
                </a:xfrm>
                <a:custGeom>
                  <a:avLst/>
                  <a:gdLst>
                    <a:gd name="T0" fmla="*/ 0 w 769"/>
                    <a:gd name="T1" fmla="*/ 1463 h 1463"/>
                    <a:gd name="T2" fmla="*/ 769 w 769"/>
                    <a:gd name="T3" fmla="*/ 975 h 1463"/>
                    <a:gd name="T4" fmla="*/ 769 w 769"/>
                    <a:gd name="T5" fmla="*/ 0 h 1463"/>
                    <a:gd name="T6" fmla="*/ 0 w 769"/>
                    <a:gd name="T7" fmla="*/ 488 h 1463"/>
                    <a:gd name="T8" fmla="*/ 0 w 769"/>
                    <a:gd name="T9" fmla="*/ 1463 h 14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69" h="1463">
                      <a:moveTo>
                        <a:pt x="0" y="1463"/>
                      </a:moveTo>
                      <a:lnTo>
                        <a:pt x="769" y="975"/>
                      </a:lnTo>
                      <a:lnTo>
                        <a:pt x="769" y="0"/>
                      </a:lnTo>
                      <a:lnTo>
                        <a:pt x="0" y="488"/>
                      </a:lnTo>
                      <a:lnTo>
                        <a:pt x="0" y="1463"/>
                      </a:lnTo>
                      <a:close/>
                    </a:path>
                  </a:pathLst>
                </a:custGeom>
                <a:solidFill>
                  <a:schemeClr val="tx2">
                    <a:lumMod val="90000"/>
                    <a:lumOff val="10000"/>
                  </a:schemeClr>
                </a:solidFill>
                <a:ln w="1270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ja-JP" altLang="en-US"/>
                </a:p>
              </p:txBody>
            </p:sp>
            <p:sp>
              <p:nvSpPr>
                <p:cNvPr id="29" name="Freeform 63">
                  <a:extLst>
                    <a:ext uri="{FF2B5EF4-FFF2-40B4-BE49-F238E27FC236}">
                      <a16:creationId xmlns:a16="http://schemas.microsoft.com/office/drawing/2014/main" id="{F30F9257-1177-1540-F891-940E29FAC0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00337" y="633412"/>
                  <a:ext cx="509588" cy="688975"/>
                </a:xfrm>
                <a:custGeom>
                  <a:avLst/>
                  <a:gdLst>
                    <a:gd name="T0" fmla="*/ 0 w 961"/>
                    <a:gd name="T1" fmla="*/ 0 h 1301"/>
                    <a:gd name="T2" fmla="*/ 961 w 961"/>
                    <a:gd name="T3" fmla="*/ 326 h 1301"/>
                    <a:gd name="T4" fmla="*/ 961 w 961"/>
                    <a:gd name="T5" fmla="*/ 1301 h 1301"/>
                    <a:gd name="T6" fmla="*/ 0 w 961"/>
                    <a:gd name="T7" fmla="*/ 975 h 1301"/>
                    <a:gd name="T8" fmla="*/ 0 w 961"/>
                    <a:gd name="T9" fmla="*/ 0 h 1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61" h="1301">
                      <a:moveTo>
                        <a:pt x="0" y="0"/>
                      </a:moveTo>
                      <a:lnTo>
                        <a:pt x="961" y="326"/>
                      </a:lnTo>
                      <a:lnTo>
                        <a:pt x="961" y="1301"/>
                      </a:lnTo>
                      <a:lnTo>
                        <a:pt x="0" y="9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25000"/>
                    <a:lumOff val="75000"/>
                  </a:schemeClr>
                </a:solidFill>
                <a:ln w="1270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ja-JP" altLang="en-US"/>
                </a:p>
              </p:txBody>
            </p:sp>
            <p:sp>
              <p:nvSpPr>
                <p:cNvPr id="30" name="Freeform 64">
                  <a:extLst>
                    <a:ext uri="{FF2B5EF4-FFF2-40B4-BE49-F238E27FC236}">
                      <a16:creationId xmlns:a16="http://schemas.microsoft.com/office/drawing/2014/main" id="{324C9A18-CAD8-76F2-7A27-5EB15431EF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3937" y="892175"/>
                  <a:ext cx="508000" cy="687388"/>
                </a:xfrm>
                <a:custGeom>
                  <a:avLst/>
                  <a:gdLst>
                    <a:gd name="T0" fmla="*/ 0 w 961"/>
                    <a:gd name="T1" fmla="*/ 0 h 1299"/>
                    <a:gd name="T2" fmla="*/ 0 w 961"/>
                    <a:gd name="T3" fmla="*/ 975 h 1299"/>
                    <a:gd name="T4" fmla="*/ 961 w 961"/>
                    <a:gd name="T5" fmla="*/ 1299 h 1299"/>
                    <a:gd name="T6" fmla="*/ 961 w 961"/>
                    <a:gd name="T7" fmla="*/ 324 h 1299"/>
                    <a:gd name="T8" fmla="*/ 0 w 961"/>
                    <a:gd name="T9" fmla="*/ 0 h 12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61" h="1299">
                      <a:moveTo>
                        <a:pt x="0" y="0"/>
                      </a:moveTo>
                      <a:lnTo>
                        <a:pt x="0" y="975"/>
                      </a:lnTo>
                      <a:lnTo>
                        <a:pt x="961" y="1299"/>
                      </a:lnTo>
                      <a:lnTo>
                        <a:pt x="961" y="3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10000"/>
                    <a:lumOff val="90000"/>
                  </a:schemeClr>
                </a:solidFill>
                <a:ln w="1270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ja-JP" altLang="en-US"/>
                </a:p>
              </p:txBody>
            </p:sp>
            <p:sp>
              <p:nvSpPr>
                <p:cNvPr id="31" name="Freeform 65">
                  <a:extLst>
                    <a:ext uri="{FF2B5EF4-FFF2-40B4-BE49-F238E27FC236}">
                      <a16:creationId xmlns:a16="http://schemas.microsoft.com/office/drawing/2014/main" id="{E15EDAD5-C722-8D04-9F30-483A34B3D1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01937" y="806450"/>
                  <a:ext cx="407988" cy="773113"/>
                </a:xfrm>
                <a:custGeom>
                  <a:avLst/>
                  <a:gdLst>
                    <a:gd name="T0" fmla="*/ 0 w 769"/>
                    <a:gd name="T1" fmla="*/ 1461 h 1461"/>
                    <a:gd name="T2" fmla="*/ 769 w 769"/>
                    <a:gd name="T3" fmla="*/ 975 h 1461"/>
                    <a:gd name="T4" fmla="*/ 769 w 769"/>
                    <a:gd name="T5" fmla="*/ 0 h 1461"/>
                    <a:gd name="T6" fmla="*/ 0 w 769"/>
                    <a:gd name="T7" fmla="*/ 486 h 1461"/>
                    <a:gd name="T8" fmla="*/ 0 w 769"/>
                    <a:gd name="T9" fmla="*/ 1461 h 14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69" h="1461">
                      <a:moveTo>
                        <a:pt x="0" y="1461"/>
                      </a:moveTo>
                      <a:lnTo>
                        <a:pt x="769" y="975"/>
                      </a:lnTo>
                      <a:lnTo>
                        <a:pt x="769" y="0"/>
                      </a:lnTo>
                      <a:lnTo>
                        <a:pt x="0" y="486"/>
                      </a:lnTo>
                      <a:lnTo>
                        <a:pt x="0" y="1461"/>
                      </a:lnTo>
                      <a:close/>
                    </a:path>
                  </a:pathLst>
                </a:custGeom>
                <a:solidFill>
                  <a:schemeClr val="tx2">
                    <a:lumMod val="75000"/>
                    <a:lumOff val="25000"/>
                  </a:schemeClr>
                </a:solidFill>
                <a:ln w="1270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ja-JP" altLang="en-US"/>
                </a:p>
              </p:txBody>
            </p:sp>
          </p:grp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C2AE5856-136A-8DDC-E574-1DADD8140C87}"/>
                  </a:ext>
                </a:extLst>
              </p:cNvPr>
              <p:cNvSpPr txBox="1"/>
              <p:nvPr/>
            </p:nvSpPr>
            <p:spPr>
              <a:xfrm rot="757606">
                <a:off x="4891336" y="6148019"/>
                <a:ext cx="1002174" cy="455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2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num</a:t>
                </a:r>
                <a:endParaRPr kumimoji="1" lang="ja-JP" altLang="en-US" sz="3200" dirty="0"/>
              </a:p>
            </p:txBody>
          </p:sp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C288C0BD-6BB3-13E3-441F-3E03A46D64F2}"/>
                </a:ext>
              </a:extLst>
            </p:cNvPr>
            <p:cNvSpPr txBox="1"/>
            <p:nvPr/>
          </p:nvSpPr>
          <p:spPr>
            <a:xfrm>
              <a:off x="3286565" y="4531996"/>
              <a:ext cx="60388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変数</a:t>
              </a:r>
              <a:r>
                <a:rPr lang="en-US" altLang="ja-JP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(</a:t>
              </a:r>
              <a:r>
                <a:rPr lang="ja-JP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箱</a:t>
              </a:r>
              <a:r>
                <a:rPr lang="en-US" altLang="ja-JP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)</a:t>
              </a:r>
              <a:r>
                <a:rPr lang="ja-JP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を用意　　→　　</a:t>
              </a:r>
              <a:r>
                <a:rPr lang="ja-JP" altLang="en-US" sz="3600" b="1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宣言</a:t>
              </a:r>
              <a:endPara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DADB0DF8-4B7C-203A-C53E-7DCC41D6544C}"/>
              </a:ext>
            </a:extLst>
          </p:cNvPr>
          <p:cNvGrpSpPr/>
          <p:nvPr/>
        </p:nvGrpSpPr>
        <p:grpSpPr>
          <a:xfrm>
            <a:off x="1560146" y="1545268"/>
            <a:ext cx="9811402" cy="4560006"/>
            <a:chOff x="1560144" y="1636087"/>
            <a:chExt cx="9811402" cy="4560006"/>
          </a:xfrm>
        </p:grpSpPr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C53A6BE5-FC0A-1E80-5A01-1A785E55199D}"/>
                </a:ext>
              </a:extLst>
            </p:cNvPr>
            <p:cNvGrpSpPr/>
            <p:nvPr/>
          </p:nvGrpSpPr>
          <p:grpSpPr>
            <a:xfrm>
              <a:off x="1560144" y="1762337"/>
              <a:ext cx="9811402" cy="4433756"/>
              <a:chOff x="1822024" y="2304409"/>
              <a:chExt cx="8749098" cy="3497831"/>
            </a:xfrm>
          </p:grpSpPr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A002428A-D0F4-41AA-A0AE-87E4C1A2AD90}"/>
                  </a:ext>
                </a:extLst>
              </p:cNvPr>
              <p:cNvSpPr/>
              <p:nvPr/>
            </p:nvSpPr>
            <p:spPr>
              <a:xfrm>
                <a:off x="1822024" y="2304409"/>
                <a:ext cx="8749098" cy="34978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grpSp>
            <p:nvGrpSpPr>
              <p:cNvPr id="37" name="グループ化 36">
                <a:extLst>
                  <a:ext uri="{FF2B5EF4-FFF2-40B4-BE49-F238E27FC236}">
                    <a16:creationId xmlns:a16="http://schemas.microsoft.com/office/drawing/2014/main" id="{65A28EA2-6627-3352-B0AD-FF1DE508D6C0}"/>
                  </a:ext>
                </a:extLst>
              </p:cNvPr>
              <p:cNvGrpSpPr/>
              <p:nvPr/>
            </p:nvGrpSpPr>
            <p:grpSpPr>
              <a:xfrm>
                <a:off x="4087890" y="3109695"/>
                <a:ext cx="2707516" cy="1519495"/>
                <a:chOff x="4532408" y="5359779"/>
                <a:chExt cx="2707516" cy="1519495"/>
              </a:xfrm>
            </p:grpSpPr>
            <p:grpSp>
              <p:nvGrpSpPr>
                <p:cNvPr id="39" name="グループ化 38">
                  <a:extLst>
                    <a:ext uri="{FF2B5EF4-FFF2-40B4-BE49-F238E27FC236}">
                      <a16:creationId xmlns:a16="http://schemas.microsoft.com/office/drawing/2014/main" id="{075B0361-2FF0-18AF-AC2A-9D1B1D02622D}"/>
                    </a:ext>
                  </a:extLst>
                </p:cNvPr>
                <p:cNvGrpSpPr/>
                <p:nvPr/>
              </p:nvGrpSpPr>
              <p:grpSpPr>
                <a:xfrm>
                  <a:off x="4532408" y="5359779"/>
                  <a:ext cx="2707516" cy="1519495"/>
                  <a:chOff x="2293937" y="633412"/>
                  <a:chExt cx="915988" cy="946151"/>
                </a:xfrm>
              </p:grpSpPr>
              <p:sp>
                <p:nvSpPr>
                  <p:cNvPr id="41" name="Freeform 62">
                    <a:extLst>
                      <a:ext uri="{FF2B5EF4-FFF2-40B4-BE49-F238E27FC236}">
                        <a16:creationId xmlns:a16="http://schemas.microsoft.com/office/drawing/2014/main" id="{45EE2340-E2CB-98D8-C6C5-84A4370F92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633412"/>
                    <a:ext cx="406400" cy="774700"/>
                  </a:xfrm>
                  <a:custGeom>
                    <a:avLst/>
                    <a:gdLst>
                      <a:gd name="T0" fmla="*/ 0 w 769"/>
                      <a:gd name="T1" fmla="*/ 1463 h 1463"/>
                      <a:gd name="T2" fmla="*/ 769 w 769"/>
                      <a:gd name="T3" fmla="*/ 975 h 1463"/>
                      <a:gd name="T4" fmla="*/ 769 w 769"/>
                      <a:gd name="T5" fmla="*/ 0 h 1463"/>
                      <a:gd name="T6" fmla="*/ 0 w 769"/>
                      <a:gd name="T7" fmla="*/ 488 h 1463"/>
                      <a:gd name="T8" fmla="*/ 0 w 769"/>
                      <a:gd name="T9" fmla="*/ 1463 h 14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3">
                        <a:moveTo>
                          <a:pt x="0" y="1463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8"/>
                        </a:lnTo>
                        <a:lnTo>
                          <a:pt x="0" y="146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90000"/>
                      <a:lumOff val="1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42" name="Freeform 63">
                    <a:extLst>
                      <a:ext uri="{FF2B5EF4-FFF2-40B4-BE49-F238E27FC236}">
                        <a16:creationId xmlns:a16="http://schemas.microsoft.com/office/drawing/2014/main" id="{4AC075A9-047D-CC33-8C3C-4D8D3A1AA8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337" y="633412"/>
                    <a:ext cx="509588" cy="688975"/>
                  </a:xfrm>
                  <a:custGeom>
                    <a:avLst/>
                    <a:gdLst>
                      <a:gd name="T0" fmla="*/ 0 w 961"/>
                      <a:gd name="T1" fmla="*/ 0 h 1301"/>
                      <a:gd name="T2" fmla="*/ 961 w 961"/>
                      <a:gd name="T3" fmla="*/ 326 h 1301"/>
                      <a:gd name="T4" fmla="*/ 961 w 961"/>
                      <a:gd name="T5" fmla="*/ 1301 h 1301"/>
                      <a:gd name="T6" fmla="*/ 0 w 961"/>
                      <a:gd name="T7" fmla="*/ 975 h 1301"/>
                      <a:gd name="T8" fmla="*/ 0 w 961"/>
                      <a:gd name="T9" fmla="*/ 0 h 13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301">
                        <a:moveTo>
                          <a:pt x="0" y="0"/>
                        </a:moveTo>
                        <a:lnTo>
                          <a:pt x="961" y="326"/>
                        </a:lnTo>
                        <a:lnTo>
                          <a:pt x="961" y="1301"/>
                        </a:lnTo>
                        <a:lnTo>
                          <a:pt x="0" y="9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5000"/>
                      <a:lumOff val="7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43" name="Freeform 64">
                    <a:extLst>
                      <a:ext uri="{FF2B5EF4-FFF2-40B4-BE49-F238E27FC236}">
                        <a16:creationId xmlns:a16="http://schemas.microsoft.com/office/drawing/2014/main" id="{B07FB244-E5E2-A826-6D7A-92FCDC5ACE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892175"/>
                    <a:ext cx="508000" cy="687388"/>
                  </a:xfrm>
                  <a:custGeom>
                    <a:avLst/>
                    <a:gdLst>
                      <a:gd name="T0" fmla="*/ 0 w 961"/>
                      <a:gd name="T1" fmla="*/ 0 h 1299"/>
                      <a:gd name="T2" fmla="*/ 0 w 961"/>
                      <a:gd name="T3" fmla="*/ 975 h 1299"/>
                      <a:gd name="T4" fmla="*/ 961 w 961"/>
                      <a:gd name="T5" fmla="*/ 1299 h 1299"/>
                      <a:gd name="T6" fmla="*/ 961 w 961"/>
                      <a:gd name="T7" fmla="*/ 324 h 1299"/>
                      <a:gd name="T8" fmla="*/ 0 w 961"/>
                      <a:gd name="T9" fmla="*/ 0 h 12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299">
                        <a:moveTo>
                          <a:pt x="0" y="0"/>
                        </a:moveTo>
                        <a:lnTo>
                          <a:pt x="0" y="975"/>
                        </a:lnTo>
                        <a:lnTo>
                          <a:pt x="961" y="1299"/>
                        </a:lnTo>
                        <a:lnTo>
                          <a:pt x="961" y="32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10000"/>
                      <a:lumOff val="9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44" name="Freeform 65">
                    <a:extLst>
                      <a:ext uri="{FF2B5EF4-FFF2-40B4-BE49-F238E27FC236}">
                        <a16:creationId xmlns:a16="http://schemas.microsoft.com/office/drawing/2014/main" id="{1B3DBC39-A4F4-A731-268B-9119EC728E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1937" y="806450"/>
                    <a:ext cx="407988" cy="773113"/>
                  </a:xfrm>
                  <a:custGeom>
                    <a:avLst/>
                    <a:gdLst>
                      <a:gd name="T0" fmla="*/ 0 w 769"/>
                      <a:gd name="T1" fmla="*/ 1461 h 1461"/>
                      <a:gd name="T2" fmla="*/ 769 w 769"/>
                      <a:gd name="T3" fmla="*/ 975 h 1461"/>
                      <a:gd name="T4" fmla="*/ 769 w 769"/>
                      <a:gd name="T5" fmla="*/ 0 h 1461"/>
                      <a:gd name="T6" fmla="*/ 0 w 769"/>
                      <a:gd name="T7" fmla="*/ 486 h 1461"/>
                      <a:gd name="T8" fmla="*/ 0 w 769"/>
                      <a:gd name="T9" fmla="*/ 1461 h 1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1">
                        <a:moveTo>
                          <a:pt x="0" y="1461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6"/>
                        </a:lnTo>
                        <a:lnTo>
                          <a:pt x="0" y="1461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75000"/>
                      <a:lumOff val="2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00D43639-DB3C-C06F-93E0-A21E1EBCA80E}"/>
                    </a:ext>
                  </a:extLst>
                </p:cNvPr>
                <p:cNvSpPr txBox="1"/>
                <p:nvPr/>
              </p:nvSpPr>
              <p:spPr>
                <a:xfrm rot="757606">
                  <a:off x="4861501" y="6136897"/>
                  <a:ext cx="1002174" cy="4613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32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num</a:t>
                  </a:r>
                  <a:endParaRPr kumimoji="1" lang="ja-JP" altLang="en-US" sz="3200" dirty="0"/>
                </a:p>
              </p:txBody>
            </p:sp>
          </p:grp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2EEC3CC2-A150-45C5-C604-8BFD55CCE69D}"/>
                  </a:ext>
                </a:extLst>
              </p:cNvPr>
              <p:cNvSpPr txBox="1"/>
              <p:nvPr/>
            </p:nvSpPr>
            <p:spPr>
              <a:xfrm>
                <a:off x="2281068" y="4746614"/>
                <a:ext cx="7709266" cy="509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変数</a:t>
                </a:r>
                <a:r>
                  <a:rPr lang="en-US" altLang="ja-JP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</a:t>
                </a:r>
                <a:r>
                  <a:rPr lang="ja-JP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箱</a:t>
                </a:r>
                <a:r>
                  <a:rPr lang="en-US" altLang="ja-JP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)</a:t>
                </a:r>
                <a:r>
                  <a:rPr lang="ja-JP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に値を入れる　　→　　</a:t>
                </a:r>
                <a:r>
                  <a:rPr lang="en-US" altLang="ja-JP" sz="3600" b="1" dirty="0" err="1">
                    <a:solidFill>
                      <a:srgbClr val="9FD9F5"/>
                    </a:solidFill>
                    <a:highlight>
                      <a:srgbClr val="141621"/>
                    </a:highlight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cin</a:t>
                </a:r>
                <a:r>
                  <a:rPr lang="ja-JP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で</a:t>
                </a:r>
                <a:r>
                  <a:rPr lang="ja-JP" altLang="en-US" sz="3600" b="1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代入</a:t>
                </a:r>
                <a:endParaRPr lang="en-US" altLang="ja-JP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sp>
          <p:nvSpPr>
            <p:cNvPr id="35" name="楕円 34">
              <a:extLst>
                <a:ext uri="{FF2B5EF4-FFF2-40B4-BE49-F238E27FC236}">
                  <a16:creationId xmlns:a16="http://schemas.microsoft.com/office/drawing/2014/main" id="{1C992802-3FB3-065E-4233-4913C218C541}"/>
                </a:ext>
              </a:extLst>
            </p:cNvPr>
            <p:cNvSpPr/>
            <p:nvPr/>
          </p:nvSpPr>
          <p:spPr>
            <a:xfrm>
              <a:off x="7563402" y="1636087"/>
              <a:ext cx="1800000" cy="1800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800" dirty="0"/>
                <a:t>123</a:t>
              </a:r>
              <a:endParaRPr kumimoji="1" lang="ja-JP" altLang="en-US" sz="1200" dirty="0"/>
            </a:p>
          </p:txBody>
        </p:sp>
        <p:sp>
          <p:nvSpPr>
            <p:cNvPr id="45" name="矢印: 右 44">
              <a:extLst>
                <a:ext uri="{FF2B5EF4-FFF2-40B4-BE49-F238E27FC236}">
                  <a16:creationId xmlns:a16="http://schemas.microsoft.com/office/drawing/2014/main" id="{0ECAF03E-AEB4-6570-669D-D5BE8192F7BC}"/>
                </a:ext>
              </a:extLst>
            </p:cNvPr>
            <p:cNvSpPr/>
            <p:nvPr/>
          </p:nvSpPr>
          <p:spPr>
            <a:xfrm rot="9566920">
              <a:off x="5163914" y="2363192"/>
              <a:ext cx="2568479" cy="1272896"/>
            </a:xfrm>
            <a:prstGeom prst="rightArrow">
              <a:avLst>
                <a:gd name="adj1" fmla="val 50000"/>
                <a:gd name="adj2" fmla="val 910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255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D12F-14AD-71BA-6D77-C97821E3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B4554CD-F254-8BDF-50CB-90D16CDEC3B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FF8392D-7C7D-7983-F181-9FB9A95AA2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FFE2EFF-E50C-BEC4-C783-3A8C9CAF58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E576BED5-5929-E659-7FDA-99F5AC2653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B777CDB-8CA1-DD35-BF9B-83F6985092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45808F3-89E6-AED5-CC46-E69432F5EF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7E356097-153E-C847-5864-3A4E705466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B5D92027-3041-6267-9965-B804C1FADA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051BA8C-1934-A48C-4705-A97E61E8DB55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6B32659-77E2-EFC4-89D6-DCA508AF2FA7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の四則演算について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9275DF-1AD7-9D45-41C0-5464D3094A50}"/>
              </a:ext>
            </a:extLst>
          </p:cNvPr>
          <p:cNvSpPr txBox="1"/>
          <p:nvPr/>
        </p:nvSpPr>
        <p:spPr>
          <a:xfrm>
            <a:off x="1794017" y="1523604"/>
            <a:ext cx="100287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int(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整数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double(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小数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型の場合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D6DBDB0-9084-AFC1-C6D1-75EB2DFA0D8C}"/>
              </a:ext>
            </a:extLst>
          </p:cNvPr>
          <p:cNvSpPr txBox="1"/>
          <p:nvPr/>
        </p:nvSpPr>
        <p:spPr>
          <a:xfrm>
            <a:off x="1865168" y="2862036"/>
            <a:ext cx="8081700" cy="1815882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+ 1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422CDFDD-3BDE-85F8-B511-D364D978DB5D}"/>
              </a:ext>
            </a:extLst>
          </p:cNvPr>
          <p:cNvSpPr/>
          <p:nvPr/>
        </p:nvSpPr>
        <p:spPr>
          <a:xfrm>
            <a:off x="1865168" y="2425484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E0DCCC6-1B6F-7184-2BEC-BC7FFE9517F2}"/>
              </a:ext>
            </a:extLst>
          </p:cNvPr>
          <p:cNvSpPr txBox="1"/>
          <p:nvPr/>
        </p:nvSpPr>
        <p:spPr>
          <a:xfrm>
            <a:off x="1851537" y="5565971"/>
            <a:ext cx="7845836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3600" i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</a:t>
            </a:r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7770ED54-4DF8-0301-FC52-69AFFDE522DB}"/>
              </a:ext>
            </a:extLst>
          </p:cNvPr>
          <p:cNvSpPr/>
          <p:nvPr/>
        </p:nvSpPr>
        <p:spPr>
          <a:xfrm>
            <a:off x="1851537" y="5146905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</a:p>
        </p:txBody>
      </p:sp>
    </p:spTree>
    <p:extLst>
      <p:ext uri="{BB962C8B-B14F-4D97-AF65-F5344CB8AC3E}">
        <p14:creationId xmlns:p14="http://schemas.microsoft.com/office/powerpoint/2010/main" val="262155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7114-D587-E5DA-2B52-0B5D924F9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7A49459-8A17-79C8-388B-DDB2104E761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8CFB0E9-61E1-33B4-C708-5ABB35F1D9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2761D9AE-B7A3-9A06-44CC-DDE539CD91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CB3352EA-2218-B444-FC5D-B5CBF4A29F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C137D0B-4FF2-7378-B4B2-E4090B6197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B11E44B-BFE9-3A88-C74C-B1E71C03C8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46307769-40FA-043A-A6E1-C92DAF9C72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84013150-857F-DD97-1C2B-D89383F72B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A145008-166F-FDD2-C227-1B79675E0B6E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E7B8F1A-43CC-3FDC-17C0-B49EDE1FF20A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の四則演算について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64E240-76BD-D086-8D6C-351A40F31BF4}"/>
              </a:ext>
            </a:extLst>
          </p:cNvPr>
          <p:cNvSpPr txBox="1"/>
          <p:nvPr/>
        </p:nvSpPr>
        <p:spPr>
          <a:xfrm>
            <a:off x="1794017" y="1523604"/>
            <a:ext cx="100287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int(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整数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double(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小数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型の場合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064058-4D7B-C746-AE5F-DED6D969F52B}"/>
              </a:ext>
            </a:extLst>
          </p:cNvPr>
          <p:cNvSpPr txBox="1"/>
          <p:nvPr/>
        </p:nvSpPr>
        <p:spPr>
          <a:xfrm>
            <a:off x="1865168" y="2862036"/>
            <a:ext cx="8081700" cy="3539430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1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num + 1; </a:t>
            </a:r>
            <a:r>
              <a:rPr lang="ja-JP" altLang="en-US" sz="28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とはできない</a:t>
            </a:r>
            <a:endParaRPr lang="en-US" altLang="ja-JP" sz="28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num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1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++;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8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下</a:t>
            </a:r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ja-JP" altLang="en-US" sz="28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つはすべて同じ意味</a:t>
            </a:r>
            <a:endParaRPr lang="en-US" altLang="ja-JP" sz="28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BD23F667-294B-4D26-B47D-87CB74A7A5C0}"/>
              </a:ext>
            </a:extLst>
          </p:cNvPr>
          <p:cNvSpPr/>
          <p:nvPr/>
        </p:nvSpPr>
        <p:spPr>
          <a:xfrm>
            <a:off x="1865168" y="2425484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5D91E719-0E76-FCE9-EAC5-40A796827B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378"/>
          <a:stretch/>
        </p:blipFill>
        <p:spPr>
          <a:xfrm>
            <a:off x="6352613" y="4270001"/>
            <a:ext cx="3423177" cy="74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2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AD83E-EB22-2D0A-F778-64DE75B0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D575785-DEF1-7946-BEBA-A5F355FB62B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B78DD90-BAE0-7CB3-EF50-3C4D807FDA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19CECD70-B8CE-9BE2-6CED-588EFA7352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FC5A329-BEC5-63AD-495C-CC3D67A3A5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1EC7075-8B39-C7F5-9BFD-3134C886C2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2AECA4E-0001-AE21-3270-0EBFB408C6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9B61AB30-F78F-8ADD-7FF6-2EE6B93011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7F3907EB-4FF9-ECD7-4504-B692F39E70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928648-3A9D-361F-A852-4CA9A4F9C5A4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2DD85CB-B65C-1950-3523-09AD844126FE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の四則演算について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1C725E4-B36D-EC07-8D39-4771BFAB6957}"/>
              </a:ext>
            </a:extLst>
          </p:cNvPr>
          <p:cNvSpPr txBox="1"/>
          <p:nvPr/>
        </p:nvSpPr>
        <p:spPr>
          <a:xfrm>
            <a:off x="1865168" y="2808821"/>
            <a:ext cx="6436621" cy="3539430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ja-JP" altLang="en-US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–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3.0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2.0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407816A1-C40E-2017-653F-FF88441A27EC}"/>
              </a:ext>
            </a:extLst>
          </p:cNvPr>
          <p:cNvSpPr/>
          <p:nvPr/>
        </p:nvSpPr>
        <p:spPr>
          <a:xfrm>
            <a:off x="1865168" y="2372269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7E1C264-130F-0F03-962F-4EA2CD5B145C}"/>
              </a:ext>
            </a:extLst>
          </p:cNvPr>
          <p:cNvSpPr txBox="1"/>
          <p:nvPr/>
        </p:nvSpPr>
        <p:spPr>
          <a:xfrm>
            <a:off x="1794017" y="1523604"/>
            <a:ext cx="67521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打って出力を確認しよう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B506D53-A728-7E0F-1C34-247B3919B325}"/>
              </a:ext>
            </a:extLst>
          </p:cNvPr>
          <p:cNvSpPr txBox="1"/>
          <p:nvPr/>
        </p:nvSpPr>
        <p:spPr>
          <a:xfrm>
            <a:off x="8422106" y="2745870"/>
            <a:ext cx="3582690" cy="2929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* 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が掛け算、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 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が割り算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では、 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% 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は？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他の値に変えてみてもよい</a:t>
            </a:r>
            <a:endParaRPr lang="en-US" altLang="ja-JP" sz="2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123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C553-35D8-34DA-4E97-CF6CE2216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CA50FEA-553B-54BE-15F0-0EE0B1CC998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43872CD-EC35-E89C-568B-415BD60608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27CE721-C45A-A48E-36E9-D26C937D91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D02E3F2B-F746-AB19-7DAD-DAC1AF594C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67B602D-51EB-CC82-60C5-B11E61D9FA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9D3E2A9-1187-F974-A98F-E81561DDBD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238BDC8F-B6AC-C917-0E8A-66FD0AAC87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14D1F34F-5793-BB28-A9DC-26F8124962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4B9E55-E6D0-E84A-CF15-8B4ECBE4AF62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185FE18-1A9A-0A45-C0CF-B1DD3DBC793D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の四則演算について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F3BB2CF-5D98-9BBC-CF6E-C4CA734C887E}"/>
              </a:ext>
            </a:extLst>
          </p:cNvPr>
          <p:cNvSpPr txBox="1"/>
          <p:nvPr/>
        </p:nvSpPr>
        <p:spPr>
          <a:xfrm>
            <a:off x="1865169" y="2808821"/>
            <a:ext cx="8879032" cy="3046988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  <a:endParaRPr lang="en-US" altLang="ja-JP" sz="2400" dirty="0">
              <a:solidFill>
                <a:srgbClr val="579ED8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–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3-2=1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引き算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3×2=6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掛け算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3÷2=1.5→1</a:t>
            </a:r>
            <a:r>
              <a:rPr lang="en-US" altLang="ja-JP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割り算</a:t>
            </a:r>
            <a:r>
              <a:rPr lang="en-US" altLang="ja-JP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(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切り捨て</a:t>
            </a:r>
            <a:r>
              <a:rPr lang="en-US" altLang="ja-JP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)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3.0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2.0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3.0÷2.0=1.5</a:t>
            </a:r>
            <a:r>
              <a:rPr lang="en-US" altLang="ja-JP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割り算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r>
              <a:rPr lang="en-US" altLang="ja-JP" sz="2400" b="1" dirty="0">
                <a:solidFill>
                  <a:srgbClr val="B4B4B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rPr>
              <a:t> 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3÷2=1...1→1</a:t>
            </a:r>
            <a:r>
              <a:rPr lang="en-US" altLang="ja-JP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余り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20AA144F-2C7F-CEC7-CFB1-A6359E08DDE2}"/>
              </a:ext>
            </a:extLst>
          </p:cNvPr>
          <p:cNvSpPr/>
          <p:nvPr/>
        </p:nvSpPr>
        <p:spPr>
          <a:xfrm>
            <a:off x="1865168" y="2372269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564729E-176F-7FBB-AD54-E82997F26827}"/>
              </a:ext>
            </a:extLst>
          </p:cNvPr>
          <p:cNvSpPr txBox="1"/>
          <p:nvPr/>
        </p:nvSpPr>
        <p:spPr>
          <a:xfrm>
            <a:off x="1794017" y="1523604"/>
            <a:ext cx="4421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四則演算まとめ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773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6BB52-7A1A-0791-2C75-F058697E7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E172E87-C33E-E60E-1F8E-DF3204165BF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871C89CF-E2AE-3196-2F59-86FEB96F1D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7524053-D288-FC96-0A3B-49BFC9304B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49F392D8-C233-AF3E-5DCC-2CD092B681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7B3F8CF-28C3-6631-35B9-EBE050C9B4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60F4662-14DA-DB5A-7F9D-A43C4D41A0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83D1BCE3-284B-04C9-7DA6-414D495A67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D3AFCE73-8037-74DF-BDEB-9FAA164BA2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137F13-8890-DD3F-1A51-87500B433953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15B31F1-9E69-308F-4810-A9D0A4E8144F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の四則演算について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C522BDA-2AF0-9788-D783-0B83358B3F2C}"/>
              </a:ext>
            </a:extLst>
          </p:cNvPr>
          <p:cNvSpPr txBox="1"/>
          <p:nvPr/>
        </p:nvSpPr>
        <p:spPr>
          <a:xfrm>
            <a:off x="3300312" y="4726864"/>
            <a:ext cx="495596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8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全てこのように書ける</a:t>
            </a:r>
            <a:endParaRPr lang="en-US" altLang="ja-JP" sz="28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num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1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012BB62-2A3E-71B4-2E36-49F5459A1754}"/>
              </a:ext>
            </a:extLst>
          </p:cNvPr>
          <p:cNvSpPr txBox="1"/>
          <p:nvPr/>
        </p:nvSpPr>
        <p:spPr>
          <a:xfrm>
            <a:off x="1794017" y="1523604"/>
            <a:ext cx="61975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難しい計算をさせよう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四角形: 1 つの角を切り取る 19">
            <a:extLst>
              <a:ext uri="{FF2B5EF4-FFF2-40B4-BE49-F238E27FC236}">
                <a16:creationId xmlns:a16="http://schemas.microsoft.com/office/drawing/2014/main" id="{AA95E442-34B5-1A5E-33B5-33C6EADA2310}"/>
              </a:ext>
            </a:extLst>
          </p:cNvPr>
          <p:cNvSpPr/>
          <p:nvPr/>
        </p:nvSpPr>
        <p:spPr>
          <a:xfrm>
            <a:off x="3300312" y="4298338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1D1F68D-620E-DBEF-410B-31922D33E4E0}"/>
              </a:ext>
            </a:extLst>
          </p:cNvPr>
          <p:cNvSpPr txBox="1"/>
          <p:nvPr/>
        </p:nvSpPr>
        <p:spPr>
          <a:xfrm>
            <a:off x="1060816" y="2421873"/>
            <a:ext cx="10070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</a:t>
            </a:r>
            <a:r>
              <a:rPr lang="en-US" altLang="ja-JP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127</a:t>
            </a:r>
            <a:r>
              <a:rPr lang="ja-JP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16</a:t>
            </a:r>
            <a:r>
              <a:rPr lang="ja-JP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倍から</a:t>
            </a:r>
            <a:r>
              <a:rPr lang="en-US" altLang="ja-JP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512</a:t>
            </a:r>
            <a:r>
              <a:rPr lang="ja-JP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を引いた数の</a:t>
            </a:r>
            <a:endParaRPr lang="en-US" altLang="ja-JP" sz="4800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２３で割った余りはいくつ？」</a:t>
            </a:r>
            <a:endParaRPr lang="en-US" altLang="ja-JP" sz="4800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B13783-758C-FD33-C187-4C295EA533D2}"/>
              </a:ext>
            </a:extLst>
          </p:cNvPr>
          <p:cNvSpPr txBox="1"/>
          <p:nvPr/>
        </p:nvSpPr>
        <p:spPr>
          <a:xfrm>
            <a:off x="1339652" y="4182794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補足：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742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B6529-1DD2-1993-E00D-789E37FB0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8BD57AD-F967-B476-CBD4-5AC69871ABF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4180E9E-23D4-77F9-5274-7889D69F80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D6E04554-189F-BB6C-7F6A-954B8C6005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11D86C52-F5A5-9F02-8FF8-B956DBE850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4831D7E-E68A-F575-A433-AD6CD46723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98FA6BC-18D4-18EC-6882-BDB9CD0558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17A7EE2F-A41A-8077-3AEA-7C127F9C24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56F152E-7381-5ED3-4F34-3C8F2409AC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8FB51A7-E6C9-E505-6B9C-1CFA2D6229F2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770889-D92C-E10A-F441-B4C73783EE85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</a:rPr>
              <a:t>C++</a:t>
            </a:r>
            <a:r>
              <a:rPr lang="ja-JP" altLang="en-US" sz="4400" b="1">
                <a:solidFill>
                  <a:schemeClr val="bg1"/>
                </a:solidFill>
              </a:rPr>
              <a:t>の</a:t>
            </a:r>
            <a:r>
              <a:rPr lang="ja-JP" altLang="en-US" sz="4400" b="1" dirty="0">
                <a:solidFill>
                  <a:schemeClr val="bg1"/>
                </a:solidFill>
              </a:rPr>
              <a:t>四則演算について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BC7E0FD-7ECC-AA39-24C3-519D404F7DDB}"/>
              </a:ext>
            </a:extLst>
          </p:cNvPr>
          <p:cNvSpPr txBox="1"/>
          <p:nvPr/>
        </p:nvSpPr>
        <p:spPr>
          <a:xfrm>
            <a:off x="826163" y="2753031"/>
            <a:ext cx="5925157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  <a:endParaRPr lang="en-US" altLang="ja-JP" sz="2000" dirty="0">
              <a:solidFill>
                <a:srgbClr val="579ED8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例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  <a:p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 (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127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16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512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endParaRPr lang="en-US" altLang="ja-JP" sz="2400" b="1" dirty="0">
              <a:solidFill>
                <a:srgbClr val="BFDAB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例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en-US" altLang="ja-JP" sz="2000" dirty="0">
              <a:solidFill>
                <a:srgbClr val="579ED8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127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*=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16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-=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512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%=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endParaRPr lang="en-US" altLang="ja-JP" sz="2000" dirty="0">
              <a:solidFill>
                <a:srgbClr val="E8D69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675F909-98B1-0876-0646-6042E725FEA2}"/>
              </a:ext>
            </a:extLst>
          </p:cNvPr>
          <p:cNvSpPr txBox="1"/>
          <p:nvPr/>
        </p:nvSpPr>
        <p:spPr>
          <a:xfrm>
            <a:off x="1794017" y="1523604"/>
            <a:ext cx="61975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難しい計算をさせよう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四角形: 1 つの角を切り取る 19">
            <a:extLst>
              <a:ext uri="{FF2B5EF4-FFF2-40B4-BE49-F238E27FC236}">
                <a16:creationId xmlns:a16="http://schemas.microsoft.com/office/drawing/2014/main" id="{C0853ABE-ED80-D2A8-E194-17A44E5A73AD}"/>
              </a:ext>
            </a:extLst>
          </p:cNvPr>
          <p:cNvSpPr/>
          <p:nvPr/>
        </p:nvSpPr>
        <p:spPr>
          <a:xfrm>
            <a:off x="826164" y="2324505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1085F1F-DD65-2379-CB9A-239151BE1BD8}"/>
              </a:ext>
            </a:extLst>
          </p:cNvPr>
          <p:cNvSpPr txBox="1"/>
          <p:nvPr/>
        </p:nvSpPr>
        <p:spPr>
          <a:xfrm>
            <a:off x="7223973" y="2495255"/>
            <a:ext cx="496802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プログラミングは書き方が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たくさんある。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読みやすさ・書きやすさ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場合にあわせた書き方が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できるとよい。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756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60EE-B4A5-46D8-2E13-7613B196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9608DEA-C261-C77D-D13C-4A70E5ACFA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B36D815-8523-A562-D59A-31E85DD062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7C5550B9-4F5A-1363-3651-D4FF1AB542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90B93C1B-348E-35A5-FF1B-39446131F8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06293699-8DC7-E291-B167-D8780D761A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2545BE6-EDFC-1958-EEC4-9A5D477260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A01A5E8E-4FCA-7EEF-5545-306E3651FE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03F42B61-7D50-6461-B4F7-8EA737B223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B8B465D-8CBA-ACE2-079A-D226D405B507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8C974D-19F5-B02A-911B-E3F8B750CFD6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の四則演算について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7FA2A5F-9605-9905-8477-36F34381C1BB}"/>
              </a:ext>
            </a:extLst>
          </p:cNvPr>
          <p:cNvSpPr txBox="1"/>
          <p:nvPr/>
        </p:nvSpPr>
        <p:spPr>
          <a:xfrm>
            <a:off x="581512" y="3770313"/>
            <a:ext cx="11496941" cy="187743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  <a:endParaRPr lang="en-US" altLang="ja-JP" sz="3600" b="1" dirty="0">
              <a:solidFill>
                <a:srgbClr val="498D5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6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6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3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 </a:t>
            </a:r>
            <a:r>
              <a:rPr lang="en-US" altLang="ja-JP" sz="36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3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altLang="ja-JP" sz="36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4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4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4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4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4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</a:p>
          <a:p>
            <a:r>
              <a:rPr lang="en-US" altLang="ja-JP" sz="4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8682FB1-6173-0443-88B0-1AFBF3E35BDE}"/>
              </a:ext>
            </a:extLst>
          </p:cNvPr>
          <p:cNvSpPr txBox="1"/>
          <p:nvPr/>
        </p:nvSpPr>
        <p:spPr>
          <a:xfrm>
            <a:off x="1794017" y="1523604"/>
            <a:ext cx="6082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エラーを出してみよう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四角形: 1 つの角を切り取る 19">
            <a:extLst>
              <a:ext uri="{FF2B5EF4-FFF2-40B4-BE49-F238E27FC236}">
                <a16:creationId xmlns:a16="http://schemas.microsoft.com/office/drawing/2014/main" id="{40B46D12-32F9-31E8-0D68-AA5B2323C4D9}"/>
              </a:ext>
            </a:extLst>
          </p:cNvPr>
          <p:cNvSpPr/>
          <p:nvPr/>
        </p:nvSpPr>
        <p:spPr>
          <a:xfrm>
            <a:off x="581512" y="334178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641B7C4-2F54-C25B-31A8-9EA3CC7C82AF}"/>
              </a:ext>
            </a:extLst>
          </p:cNvPr>
          <p:cNvSpPr txBox="1"/>
          <p:nvPr/>
        </p:nvSpPr>
        <p:spPr>
          <a:xfrm>
            <a:off x="2554004" y="2435265"/>
            <a:ext cx="70839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</a:t>
            </a:r>
            <a:r>
              <a:rPr lang="en-US" altLang="ja-JP" sz="48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ja-JP" alt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lang="en-US" altLang="ja-JP" sz="48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ja-JP" alt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で割るといくつ？」</a:t>
            </a:r>
            <a:endParaRPr lang="en-US" altLang="ja-JP" sz="480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11B1C78-BDDA-1532-EA0C-CACAD92346D8}"/>
              </a:ext>
            </a:extLst>
          </p:cNvPr>
          <p:cNvSpPr/>
          <p:nvPr/>
        </p:nvSpPr>
        <p:spPr>
          <a:xfrm>
            <a:off x="-110813" y="2368851"/>
            <a:ext cx="12215530" cy="3349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AA72EC50-1764-AADF-47F7-A76D7995F7F7}"/>
              </a:ext>
            </a:extLst>
          </p:cNvPr>
          <p:cNvGrpSpPr/>
          <p:nvPr/>
        </p:nvGrpSpPr>
        <p:grpSpPr>
          <a:xfrm>
            <a:off x="1517782" y="2295594"/>
            <a:ext cx="9492129" cy="3956591"/>
            <a:chOff x="581512" y="4499754"/>
            <a:chExt cx="9492129" cy="3956591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721116D3-34C1-CD2C-F304-E56401E380C8}"/>
                </a:ext>
              </a:extLst>
            </p:cNvPr>
            <p:cNvSpPr txBox="1"/>
            <p:nvPr/>
          </p:nvSpPr>
          <p:spPr>
            <a:xfrm>
              <a:off x="581512" y="4920695"/>
              <a:ext cx="9492129" cy="224676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ja-JP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main.cpp: In function 'int main()':</a:t>
              </a:r>
            </a:p>
            <a:p>
              <a:r>
                <a:rPr lang="en-US" altLang="ja-JP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main.cpp:4:19: warning: division by zero [-</a:t>
              </a:r>
              <a:r>
                <a:rPr lang="en-US" altLang="ja-JP" sz="28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Wdiv</a:t>
              </a:r>
              <a:r>
                <a:rPr lang="en-US" altLang="ja-JP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-by-zero]</a:t>
              </a:r>
            </a:p>
            <a:p>
              <a:r>
                <a:rPr lang="en-US" altLang="ja-JP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4 |     std::</a:t>
              </a:r>
              <a:r>
                <a:rPr lang="en-US" altLang="ja-JP" sz="28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cout</a:t>
              </a:r>
              <a:r>
                <a:rPr lang="en-US" altLang="ja-JP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&lt;&lt; 0/0&lt;&lt; std::</a:t>
              </a:r>
              <a:r>
                <a:rPr lang="en-US" altLang="ja-JP" sz="28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endl</a:t>
              </a:r>
              <a:r>
                <a:rPr lang="en-US" altLang="ja-JP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r>
                <a:rPr lang="en-US" altLang="ja-JP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  |                  ~^~</a:t>
              </a:r>
              <a:endParaRPr lang="en-US" altLang="ja-JP" sz="2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0" name="四角形: 1 つの角を切り取る 9">
              <a:extLst>
                <a:ext uri="{FF2B5EF4-FFF2-40B4-BE49-F238E27FC236}">
                  <a16:creationId xmlns:a16="http://schemas.microsoft.com/office/drawing/2014/main" id="{F8E16D65-2DEA-6C5A-C2E7-B45153F49DC1}"/>
                </a:ext>
              </a:extLst>
            </p:cNvPr>
            <p:cNvSpPr/>
            <p:nvPr/>
          </p:nvSpPr>
          <p:spPr>
            <a:xfrm>
              <a:off x="581512" y="4499754"/>
              <a:ext cx="1663173" cy="443497"/>
            </a:xfrm>
            <a:prstGeom prst="snip1Rect">
              <a:avLst>
                <a:gd name="adj" fmla="val 17673"/>
              </a:avLst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800" b="1" dirty="0">
                  <a:latin typeface="HG丸ｺﾞｼｯｸM-PRO" panose="020F0600000000000000" pitchFamily="50" charset="-128"/>
                  <a:ea typeface="HG丸ｺﾞｼｯｸM-PRO" panose="020F0600000000000000" pitchFamily="50" charset="-128"/>
                </a:rPr>
                <a:t> 出力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341AB33-C70F-2440-8958-4624C8C53B59}"/>
                </a:ext>
              </a:extLst>
            </p:cNvPr>
            <p:cNvSpPr txBox="1"/>
            <p:nvPr/>
          </p:nvSpPr>
          <p:spPr>
            <a:xfrm>
              <a:off x="1413098" y="7379127"/>
              <a:ext cx="8143102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3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和訳：</a:t>
              </a:r>
              <a:endPara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r>
                <a:rPr lang="ja-JP" altLang="en-US" sz="3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ゼロ除算エラー: ゼロによる除算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23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FE7FA-EF99-C389-2621-2AEA3546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1094568-59BA-596F-4F5B-3907B6DEC72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95821FD-A8E5-D3D7-8ED9-EB975E5BEF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3616733A-64C5-309D-F6E2-EBF2440C0E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49CFC88-8425-E392-65FF-BC8BB671A2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22553B6-850B-E035-0266-148A4A7628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326A4B3-6184-C8EB-FACA-CEB29C84D1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35AD368C-739D-67F3-5B0B-CFDC2E8281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7BB6B3A0-E826-F223-2A18-30A7DD2CB2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50AD01-6F2B-F9B1-1EEF-45C6ED6DD206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E301FE-D032-EC1B-741C-4020F37C5137}"/>
              </a:ext>
            </a:extLst>
          </p:cNvPr>
          <p:cNvSpPr txBox="1"/>
          <p:nvPr/>
        </p:nvSpPr>
        <p:spPr>
          <a:xfrm>
            <a:off x="2661739" y="201920"/>
            <a:ext cx="6505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の四則演算について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4C03106-4EEC-0227-D867-DBF34EB1C60B}"/>
              </a:ext>
            </a:extLst>
          </p:cNvPr>
          <p:cNvSpPr txBox="1"/>
          <p:nvPr/>
        </p:nvSpPr>
        <p:spPr>
          <a:xfrm>
            <a:off x="1794017" y="1523604"/>
            <a:ext cx="61943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エラーを解決する方法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7455F36-7E23-8CE6-15AB-C7B59CE21093}"/>
              </a:ext>
            </a:extLst>
          </p:cNvPr>
          <p:cNvSpPr txBox="1"/>
          <p:nvPr/>
        </p:nvSpPr>
        <p:spPr>
          <a:xfrm>
            <a:off x="617109" y="3613831"/>
            <a:ext cx="11365612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エラー文↑で検索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原因がわかったら、コードのどの部分が問題か調べる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→「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4:19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」とは「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行目の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19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文字目にエラーあり」という意味</a:t>
            </a:r>
            <a:b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</a:t>
            </a:r>
            <a:r>
              <a:rPr lang="en-US" altLang="ja-JP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~^~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rPr>
              <a:t>の部分も参考に！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エラーが出なくなるまで改善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8E6D1A-2FC1-87DF-57C5-C7C22D628B49}"/>
              </a:ext>
            </a:extLst>
          </p:cNvPr>
          <p:cNvSpPr txBox="1"/>
          <p:nvPr/>
        </p:nvSpPr>
        <p:spPr>
          <a:xfrm>
            <a:off x="795554" y="2975394"/>
            <a:ext cx="10181223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main.cpp:4:19: warning: division by zero</a:t>
            </a:r>
          </a:p>
        </p:txBody>
      </p:sp>
      <p:sp>
        <p:nvSpPr>
          <p:cNvPr id="10" name="四角形: 1 つの角を切り取る 9">
            <a:extLst>
              <a:ext uri="{FF2B5EF4-FFF2-40B4-BE49-F238E27FC236}">
                <a16:creationId xmlns:a16="http://schemas.microsoft.com/office/drawing/2014/main" id="{301F4EC5-C84C-F40C-3F3B-821CC16F166C}"/>
              </a:ext>
            </a:extLst>
          </p:cNvPr>
          <p:cNvSpPr/>
          <p:nvPr/>
        </p:nvSpPr>
        <p:spPr>
          <a:xfrm>
            <a:off x="795555" y="2556328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</a:p>
        </p:txBody>
      </p:sp>
    </p:spTree>
    <p:extLst>
      <p:ext uri="{BB962C8B-B14F-4D97-AF65-F5344CB8AC3E}">
        <p14:creationId xmlns:p14="http://schemas.microsoft.com/office/powerpoint/2010/main" val="177184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6193C-E857-9B64-FBD3-6F33A3B19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42C440D-2C25-53AC-4970-6371C8A9D9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AAF7093-249A-BE99-00C7-E803F44D64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E18EF11F-C413-90BE-08C8-A9792A002A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5424B34-67A3-CB3F-BB19-85748FF28A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3A567E6-1872-294B-0D08-D0384C23A1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AA23F58-40F3-36BC-94BC-4C4B797D9C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8C08CBA8-7F59-0962-310F-66A40EA29E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E60A45AE-3D6E-B2FB-6C58-40CDC13520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6574295-6129-BD23-794B-11253BFCB891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B93A113-4573-2467-BDCD-A844685E2932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5BFAE9E-CC25-CA11-6866-AA727BFF92D2}"/>
              </a:ext>
            </a:extLst>
          </p:cNvPr>
          <p:cNvSpPr txBox="1"/>
          <p:nvPr/>
        </p:nvSpPr>
        <p:spPr>
          <a:xfrm>
            <a:off x="1794017" y="1523604"/>
            <a:ext cx="31341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文とは？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96850128-8EC5-EEC5-40FE-A27AD325AE97}"/>
              </a:ext>
            </a:extLst>
          </p:cNvPr>
          <p:cNvGrpSpPr/>
          <p:nvPr/>
        </p:nvGrpSpPr>
        <p:grpSpPr>
          <a:xfrm>
            <a:off x="5318151" y="2327142"/>
            <a:ext cx="5804962" cy="3775581"/>
            <a:chOff x="4838415" y="2770775"/>
            <a:chExt cx="4937375" cy="3208390"/>
          </a:xfrm>
        </p:grpSpPr>
        <p:sp>
          <p:nvSpPr>
            <p:cNvPr id="18" name="フローチャート: 判断 17">
              <a:extLst>
                <a:ext uri="{FF2B5EF4-FFF2-40B4-BE49-F238E27FC236}">
                  <a16:creationId xmlns:a16="http://schemas.microsoft.com/office/drawing/2014/main" id="{E95E42CF-17EC-3259-6993-E93F58CA164D}"/>
                </a:ext>
              </a:extLst>
            </p:cNvPr>
            <p:cNvSpPr/>
            <p:nvPr/>
          </p:nvSpPr>
          <p:spPr>
            <a:xfrm>
              <a:off x="4838415" y="2770775"/>
              <a:ext cx="2111219" cy="1079478"/>
            </a:xfrm>
            <a:prstGeom prst="flowChartDecision">
              <a:avLst/>
            </a:prstGeom>
            <a:solidFill>
              <a:srgbClr val="2E666C"/>
            </a:solidFill>
            <a:ln>
              <a:solidFill>
                <a:srgbClr val="81C2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条件</a:t>
              </a:r>
              <a:endParaRPr kumimoji="1" lang="ja-JP" altLang="en-US" sz="2800" b="1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37AA3982-13CF-7E35-6B71-4C2FD72C5E21}"/>
                </a:ext>
              </a:extLst>
            </p:cNvPr>
            <p:cNvCxnSpPr>
              <a:cxnSpLocks/>
            </p:cNvCxnSpPr>
            <p:nvPr/>
          </p:nvCxnSpPr>
          <p:spPr>
            <a:xfrm>
              <a:off x="5894024" y="3862228"/>
              <a:ext cx="1" cy="58442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平行四辺形 26">
              <a:extLst>
                <a:ext uri="{FF2B5EF4-FFF2-40B4-BE49-F238E27FC236}">
                  <a16:creationId xmlns:a16="http://schemas.microsoft.com/office/drawing/2014/main" id="{207D7194-B7A2-AE1F-41AD-63EFAD8B3228}"/>
                </a:ext>
              </a:extLst>
            </p:cNvPr>
            <p:cNvSpPr/>
            <p:nvPr/>
          </p:nvSpPr>
          <p:spPr>
            <a:xfrm>
              <a:off x="7947270" y="4488723"/>
              <a:ext cx="1828520" cy="914400"/>
            </a:xfrm>
            <a:prstGeom prst="parallelogram">
              <a:avLst/>
            </a:prstGeom>
            <a:solidFill>
              <a:srgbClr val="61B2BB"/>
            </a:solidFill>
            <a:ln>
              <a:solidFill>
                <a:srgbClr val="81C2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処理</a:t>
              </a:r>
              <a:r>
                <a:rPr lang="en-US" altLang="ja-JP" sz="2800" b="1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</a:t>
              </a:r>
              <a:endParaRPr kumimoji="1" lang="ja-JP" altLang="en-US" sz="2800" b="1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EC6869E7-F679-E7AD-38F2-AA0985938EED}"/>
                </a:ext>
              </a:extLst>
            </p:cNvPr>
            <p:cNvCxnSpPr>
              <a:cxnSpLocks/>
            </p:cNvCxnSpPr>
            <p:nvPr/>
          </p:nvCxnSpPr>
          <p:spPr>
            <a:xfrm>
              <a:off x="5894023" y="5394739"/>
              <a:ext cx="1" cy="58442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平行四辺形 24">
              <a:extLst>
                <a:ext uri="{FF2B5EF4-FFF2-40B4-BE49-F238E27FC236}">
                  <a16:creationId xmlns:a16="http://schemas.microsoft.com/office/drawing/2014/main" id="{D1E481D3-9AA0-357F-F47C-351185C6BAB2}"/>
                </a:ext>
              </a:extLst>
            </p:cNvPr>
            <p:cNvSpPr/>
            <p:nvPr/>
          </p:nvSpPr>
          <p:spPr>
            <a:xfrm>
              <a:off x="4929758" y="4465952"/>
              <a:ext cx="1828520" cy="914400"/>
            </a:xfrm>
            <a:prstGeom prst="parallelogram">
              <a:avLst/>
            </a:prstGeom>
            <a:solidFill>
              <a:srgbClr val="61B2BB"/>
            </a:solidFill>
            <a:ln>
              <a:solidFill>
                <a:srgbClr val="81C2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処理</a:t>
              </a:r>
              <a:r>
                <a:rPr lang="en-US" altLang="ja-JP" sz="2800" b="1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endParaRPr kumimoji="1" lang="ja-JP" altLang="en-US" sz="2800" b="1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31" name="コネクタ: カギ線 30">
              <a:extLst>
                <a:ext uri="{FF2B5EF4-FFF2-40B4-BE49-F238E27FC236}">
                  <a16:creationId xmlns:a16="http://schemas.microsoft.com/office/drawing/2014/main" id="{D15433BE-45B2-18C1-1EB0-DC94FD8E5E9F}"/>
                </a:ext>
              </a:extLst>
            </p:cNvPr>
            <p:cNvCxnSpPr>
              <a:stCxn id="18" idx="3"/>
              <a:endCxn id="27" idx="1"/>
            </p:cNvCxnSpPr>
            <p:nvPr/>
          </p:nvCxnSpPr>
          <p:spPr>
            <a:xfrm>
              <a:off x="6949634" y="3310514"/>
              <a:ext cx="2026196" cy="1178209"/>
            </a:xfrm>
            <a:prstGeom prst="bentConnector2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コネクタ: カギ線 31">
              <a:extLst>
                <a:ext uri="{FF2B5EF4-FFF2-40B4-BE49-F238E27FC236}">
                  <a16:creationId xmlns:a16="http://schemas.microsoft.com/office/drawing/2014/main" id="{30158632-C59C-6110-AEB5-52A989C40A9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990027" y="5426548"/>
              <a:ext cx="2971106" cy="260404"/>
            </a:xfrm>
            <a:prstGeom prst="bentConnector3">
              <a:avLst>
                <a:gd name="adj1" fmla="val -707"/>
              </a:avLst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56FBBAD-5246-2F08-958D-664DE1694D3A}"/>
              </a:ext>
            </a:extLst>
          </p:cNvPr>
          <p:cNvSpPr txBox="1"/>
          <p:nvPr/>
        </p:nvSpPr>
        <p:spPr>
          <a:xfrm>
            <a:off x="712926" y="2554801"/>
            <a:ext cx="41985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</a:t>
            </a:r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この仕組み：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1F187E36-62BE-BAFE-0AA6-E4C6AADD58AB}"/>
              </a:ext>
            </a:extLst>
          </p:cNvPr>
          <p:cNvSpPr/>
          <p:nvPr/>
        </p:nvSpPr>
        <p:spPr>
          <a:xfrm>
            <a:off x="5632751" y="3706803"/>
            <a:ext cx="2000580" cy="339659"/>
          </a:xfrm>
          <a:prstGeom prst="roundRect">
            <a:avLst>
              <a:gd name="adj" fmla="val 12337"/>
            </a:avLst>
          </a:prstGeom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Yes/True</a:t>
            </a:r>
            <a:endParaRPr kumimoji="1" lang="ja-JP" altLang="en-US" sz="24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67587436-62EC-1B8A-F02C-3287AB7090B6}"/>
              </a:ext>
            </a:extLst>
          </p:cNvPr>
          <p:cNvSpPr/>
          <p:nvPr/>
        </p:nvSpPr>
        <p:spPr>
          <a:xfrm>
            <a:off x="8172953" y="2745024"/>
            <a:ext cx="1736991" cy="380186"/>
          </a:xfrm>
          <a:prstGeom prst="roundRect">
            <a:avLst>
              <a:gd name="adj" fmla="val 12337"/>
            </a:avLst>
          </a:prstGeom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No/False</a:t>
            </a:r>
            <a:endParaRPr kumimoji="1" lang="ja-JP" altLang="en-US" sz="24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07A560-1E45-68EA-0478-ECF5AA39E5BA}"/>
              </a:ext>
            </a:extLst>
          </p:cNvPr>
          <p:cNvSpPr txBox="1"/>
          <p:nvPr/>
        </p:nvSpPr>
        <p:spPr>
          <a:xfrm>
            <a:off x="605403" y="4057709"/>
            <a:ext cx="43829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このような図を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4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フロー図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823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A2DB-9224-9785-3531-17A590EB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AADA438-67A8-2C15-83B2-EC4A2B621A9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07F50579-8D21-D21E-D6F5-48345B810F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E6C4BCF2-055B-ED0E-FE46-0276871F6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9838548B-CCA0-7166-63B2-40ABAEB3AE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0188D993-0A37-4035-2D43-2F10F21C04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7BB5488-6A8C-7D90-D3CE-50331901AA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BC943BDF-B42D-D691-1738-E89620092A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EF06790B-FE04-2ED2-65BB-F9D2E7DB27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55D0043-91C0-B287-B04C-479F04AC8483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47FE7C3-6BDD-CF18-D23F-B25E0E1545AA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6E1C823-2621-B619-D4AB-D7D54AA26387}"/>
              </a:ext>
            </a:extLst>
          </p:cNvPr>
          <p:cNvSpPr txBox="1"/>
          <p:nvPr/>
        </p:nvSpPr>
        <p:spPr>
          <a:xfrm>
            <a:off x="1794017" y="1523604"/>
            <a:ext cx="9259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例えば｜朝起きたときのフロー図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A6C98F54-6F24-B997-7116-D37DBFDF280B}"/>
              </a:ext>
            </a:extLst>
          </p:cNvPr>
          <p:cNvGrpSpPr/>
          <p:nvPr/>
        </p:nvGrpSpPr>
        <p:grpSpPr>
          <a:xfrm>
            <a:off x="3300941" y="2376979"/>
            <a:ext cx="5804962" cy="3775581"/>
            <a:chOff x="4838415" y="2770775"/>
            <a:chExt cx="4937375" cy="3208390"/>
          </a:xfrm>
        </p:grpSpPr>
        <p:sp>
          <p:nvSpPr>
            <p:cNvPr id="18" name="フローチャート: 判断 17">
              <a:extLst>
                <a:ext uri="{FF2B5EF4-FFF2-40B4-BE49-F238E27FC236}">
                  <a16:creationId xmlns:a16="http://schemas.microsoft.com/office/drawing/2014/main" id="{65F661AB-DB0F-3021-89F6-1288286CC737}"/>
                </a:ext>
              </a:extLst>
            </p:cNvPr>
            <p:cNvSpPr/>
            <p:nvPr/>
          </p:nvSpPr>
          <p:spPr>
            <a:xfrm>
              <a:off x="4838415" y="2770775"/>
              <a:ext cx="2111219" cy="1079478"/>
            </a:xfrm>
            <a:prstGeom prst="flowChartDecision">
              <a:avLst/>
            </a:prstGeom>
            <a:solidFill>
              <a:srgbClr val="2E666C"/>
            </a:solidFill>
            <a:ln>
              <a:solidFill>
                <a:srgbClr val="81C2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今日は平日</a:t>
              </a:r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459CCDF7-4B5A-715D-1FF7-098C8007D552}"/>
                </a:ext>
              </a:extLst>
            </p:cNvPr>
            <p:cNvCxnSpPr>
              <a:cxnSpLocks/>
            </p:cNvCxnSpPr>
            <p:nvPr/>
          </p:nvCxnSpPr>
          <p:spPr>
            <a:xfrm>
              <a:off x="5894024" y="3862228"/>
              <a:ext cx="1" cy="58442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平行四辺形 26">
              <a:extLst>
                <a:ext uri="{FF2B5EF4-FFF2-40B4-BE49-F238E27FC236}">
                  <a16:creationId xmlns:a16="http://schemas.microsoft.com/office/drawing/2014/main" id="{AE29D509-FCB3-2F85-64C1-8CA1B5B4E11E}"/>
                </a:ext>
              </a:extLst>
            </p:cNvPr>
            <p:cNvSpPr/>
            <p:nvPr/>
          </p:nvSpPr>
          <p:spPr>
            <a:xfrm>
              <a:off x="7947270" y="4488723"/>
              <a:ext cx="1828520" cy="914400"/>
            </a:xfrm>
            <a:prstGeom prst="parallelogram">
              <a:avLst/>
            </a:prstGeom>
            <a:solidFill>
              <a:srgbClr val="61B2BB"/>
            </a:solidFill>
            <a:ln>
              <a:solidFill>
                <a:srgbClr val="81C2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二度寝</a:t>
              </a:r>
              <a:endParaRPr kumimoji="1" lang="ja-JP" altLang="en-US" sz="2800" b="1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711BB39A-C57B-F712-49EA-CD1DEBB4E83C}"/>
                </a:ext>
              </a:extLst>
            </p:cNvPr>
            <p:cNvCxnSpPr>
              <a:cxnSpLocks/>
            </p:cNvCxnSpPr>
            <p:nvPr/>
          </p:nvCxnSpPr>
          <p:spPr>
            <a:xfrm>
              <a:off x="5894023" y="5394739"/>
              <a:ext cx="1" cy="58442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平行四辺形 24">
              <a:extLst>
                <a:ext uri="{FF2B5EF4-FFF2-40B4-BE49-F238E27FC236}">
                  <a16:creationId xmlns:a16="http://schemas.microsoft.com/office/drawing/2014/main" id="{73117A0C-A22C-0EF7-3B99-9950305469F3}"/>
                </a:ext>
              </a:extLst>
            </p:cNvPr>
            <p:cNvSpPr/>
            <p:nvPr/>
          </p:nvSpPr>
          <p:spPr>
            <a:xfrm>
              <a:off x="4929758" y="4465952"/>
              <a:ext cx="1828520" cy="914400"/>
            </a:xfrm>
            <a:prstGeom prst="parallelogram">
              <a:avLst/>
            </a:prstGeom>
            <a:solidFill>
              <a:srgbClr val="61B2BB"/>
            </a:solidFill>
            <a:ln>
              <a:solidFill>
                <a:srgbClr val="81C2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着替える</a:t>
              </a:r>
              <a:endPara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31" name="コネクタ: カギ線 30">
              <a:extLst>
                <a:ext uri="{FF2B5EF4-FFF2-40B4-BE49-F238E27FC236}">
                  <a16:creationId xmlns:a16="http://schemas.microsoft.com/office/drawing/2014/main" id="{B3DF3FF9-08E3-806E-880F-3D5331D37F22}"/>
                </a:ext>
              </a:extLst>
            </p:cNvPr>
            <p:cNvCxnSpPr>
              <a:stCxn id="18" idx="3"/>
              <a:endCxn id="27" idx="1"/>
            </p:cNvCxnSpPr>
            <p:nvPr/>
          </p:nvCxnSpPr>
          <p:spPr>
            <a:xfrm>
              <a:off x="6949634" y="3310514"/>
              <a:ext cx="2026196" cy="1178209"/>
            </a:xfrm>
            <a:prstGeom prst="bentConnector2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コネクタ: カギ線 31">
              <a:extLst>
                <a:ext uri="{FF2B5EF4-FFF2-40B4-BE49-F238E27FC236}">
                  <a16:creationId xmlns:a16="http://schemas.microsoft.com/office/drawing/2014/main" id="{B578C680-B533-B1DB-64D0-6B396D70019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990027" y="5426548"/>
              <a:ext cx="2971106" cy="260404"/>
            </a:xfrm>
            <a:prstGeom prst="bentConnector3">
              <a:avLst>
                <a:gd name="adj1" fmla="val -707"/>
              </a:avLst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EBFC709-CE2B-F8DC-1A61-808A2488DDD9}"/>
              </a:ext>
            </a:extLst>
          </p:cNvPr>
          <p:cNvSpPr/>
          <p:nvPr/>
        </p:nvSpPr>
        <p:spPr>
          <a:xfrm>
            <a:off x="3557578" y="3734131"/>
            <a:ext cx="2000580" cy="339659"/>
          </a:xfrm>
          <a:prstGeom prst="roundRect">
            <a:avLst>
              <a:gd name="adj" fmla="val 12337"/>
            </a:avLst>
          </a:prstGeom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Yes/True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F0B6476-BA79-A787-18B5-B36B7A11AA51}"/>
              </a:ext>
            </a:extLst>
          </p:cNvPr>
          <p:cNvSpPr/>
          <p:nvPr/>
        </p:nvSpPr>
        <p:spPr>
          <a:xfrm>
            <a:off x="6097780" y="2772352"/>
            <a:ext cx="1736991" cy="380186"/>
          </a:xfrm>
          <a:prstGeom prst="roundRect">
            <a:avLst>
              <a:gd name="adj" fmla="val 12337"/>
            </a:avLst>
          </a:prstGeom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No/False</a:t>
            </a:r>
            <a:endParaRPr kumimoji="1" lang="ja-JP" altLang="en-US" sz="24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56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217C-4BD2-6A63-D997-218F8CCE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5CDA840-3361-A63B-092C-39E5FC3CD6B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3E62F017-C77F-CB15-7D31-D3D6AEE41C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EE8F1923-1718-585E-174F-928E92EEEF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1473034-778E-D3A2-DC85-3810F4BE56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7DD5BF0-841C-5BE4-A981-A2C0809A96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B0A1E2B-2EB0-203D-7E68-C4D69D73AF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F5CF6AC7-2864-8FE5-87CB-D66F32CA0C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0CE08AA2-2665-5125-FE4D-6DBACF6343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59F0B3-E814-1EC6-C900-61E9BEC4D9CE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8F87011-26C1-DF23-034C-C6AC588E15F5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16D22FA-A133-72B1-22CF-292599DA476E}"/>
              </a:ext>
            </a:extLst>
          </p:cNvPr>
          <p:cNvSpPr txBox="1"/>
          <p:nvPr/>
        </p:nvSpPr>
        <p:spPr>
          <a:xfrm>
            <a:off x="1794017" y="1523604"/>
            <a:ext cx="54970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文を使ってみよう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7287F2B-503A-FA31-C3A5-F7EE44DECE10}"/>
              </a:ext>
            </a:extLst>
          </p:cNvPr>
          <p:cNvSpPr txBox="1"/>
          <p:nvPr/>
        </p:nvSpPr>
        <p:spPr>
          <a:xfrm>
            <a:off x="1865167" y="2866749"/>
            <a:ext cx="9502486" cy="3416320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4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string 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today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today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平日かどうかを判定する変数を宣言</a:t>
            </a:r>
            <a:endParaRPr lang="en-US" altLang="ja-JP" sz="24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today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“weekday"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平日</a:t>
            </a:r>
            <a:r>
              <a: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(weekday)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なら</a:t>
            </a:r>
            <a:endParaRPr lang="en-US" altLang="ja-JP" sz="24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“Get dressed!”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着替える</a:t>
            </a:r>
            <a:endParaRPr lang="en-US" altLang="ja-JP" sz="24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 </a:t>
            </a:r>
            <a:r>
              <a: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そうでなければ</a:t>
            </a:r>
            <a:endParaRPr lang="en-US" altLang="ja-JP" sz="24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“Good night!”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r>
              <a: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//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二度寝する</a:t>
            </a:r>
            <a:endParaRPr lang="en-US" altLang="ja-JP" sz="24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1B23144C-3A56-FA45-3934-F0CE837089FE}"/>
              </a:ext>
            </a:extLst>
          </p:cNvPr>
          <p:cNvSpPr/>
          <p:nvPr/>
        </p:nvSpPr>
        <p:spPr>
          <a:xfrm>
            <a:off x="1865168" y="2432429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D22A60D-04E5-0845-0410-E93642D593BF}"/>
              </a:ext>
            </a:extLst>
          </p:cNvPr>
          <p:cNvSpPr/>
          <p:nvPr/>
        </p:nvSpPr>
        <p:spPr>
          <a:xfrm>
            <a:off x="-11766" y="2353779"/>
            <a:ext cx="12447161" cy="39631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104B83A-43D4-5565-F4F6-65119F7E4CB2}"/>
              </a:ext>
            </a:extLst>
          </p:cNvPr>
          <p:cNvSpPr txBox="1"/>
          <p:nvPr/>
        </p:nvSpPr>
        <p:spPr>
          <a:xfrm>
            <a:off x="1770356" y="3173772"/>
            <a:ext cx="413602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3600" i="0" u="none" strike="noStrike" dirty="0">
                <a:solidFill>
                  <a:schemeClr val="bg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weekday</a:t>
            </a:r>
          </a:p>
        </p:txBody>
      </p:sp>
      <p:sp>
        <p:nvSpPr>
          <p:cNvPr id="19" name="四角形: 1 つの角を切り取る 18">
            <a:extLst>
              <a:ext uri="{FF2B5EF4-FFF2-40B4-BE49-F238E27FC236}">
                <a16:creationId xmlns:a16="http://schemas.microsoft.com/office/drawing/2014/main" id="{C8E65EF7-4E5E-2F64-EB24-707D62465E8E}"/>
              </a:ext>
            </a:extLst>
          </p:cNvPr>
          <p:cNvSpPr/>
          <p:nvPr/>
        </p:nvSpPr>
        <p:spPr>
          <a:xfrm>
            <a:off x="1770356" y="2754706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</a:t>
            </a:r>
            <a:r>
              <a:rPr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</a:t>
            </a:r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力</a:t>
            </a:r>
            <a:r>
              <a:rPr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例</a:t>
            </a:r>
            <a:r>
              <a:rPr lang="en-US" altLang="ja-JP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</a:t>
            </a:r>
            <a:endParaRPr kumimoji="1" lang="ja-JP" altLang="en-US" sz="24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1575B98-9496-69E5-8956-FC82FD790F90}"/>
              </a:ext>
            </a:extLst>
          </p:cNvPr>
          <p:cNvSpPr txBox="1"/>
          <p:nvPr/>
        </p:nvSpPr>
        <p:spPr>
          <a:xfrm>
            <a:off x="6096000" y="3158113"/>
            <a:ext cx="413602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3600" i="0" u="none" strike="noStrike" dirty="0">
                <a:solidFill>
                  <a:schemeClr val="bg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holiday</a:t>
            </a:r>
          </a:p>
        </p:txBody>
      </p:sp>
      <p:sp>
        <p:nvSpPr>
          <p:cNvPr id="21" name="四角形: 1 つの角を切り取る 20">
            <a:extLst>
              <a:ext uri="{FF2B5EF4-FFF2-40B4-BE49-F238E27FC236}">
                <a16:creationId xmlns:a16="http://schemas.microsoft.com/office/drawing/2014/main" id="{C4355D34-CB59-B710-5E2C-C3A2DF12B1E1}"/>
              </a:ext>
            </a:extLst>
          </p:cNvPr>
          <p:cNvSpPr/>
          <p:nvPr/>
        </p:nvSpPr>
        <p:spPr>
          <a:xfrm>
            <a:off x="6096000" y="2714616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入力例</a:t>
            </a:r>
            <a:r>
              <a:rPr lang="en-US" altLang="ja-JP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</a:t>
            </a:r>
            <a:endParaRPr lang="ja-JP" altLang="en-US" sz="2400" b="1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D4013AB-DE76-5DF7-D336-AFE8DF6E8A25}"/>
              </a:ext>
            </a:extLst>
          </p:cNvPr>
          <p:cNvSpPr txBox="1"/>
          <p:nvPr/>
        </p:nvSpPr>
        <p:spPr>
          <a:xfrm>
            <a:off x="1774562" y="5053823"/>
            <a:ext cx="413602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Get dressed!</a:t>
            </a:r>
          </a:p>
        </p:txBody>
      </p:sp>
      <p:sp>
        <p:nvSpPr>
          <p:cNvPr id="24" name="四角形: 1 つの角を切り取る 23">
            <a:extLst>
              <a:ext uri="{FF2B5EF4-FFF2-40B4-BE49-F238E27FC236}">
                <a16:creationId xmlns:a16="http://schemas.microsoft.com/office/drawing/2014/main" id="{70F965A1-8254-60D5-7139-63364F3426F0}"/>
              </a:ext>
            </a:extLst>
          </p:cNvPr>
          <p:cNvSpPr/>
          <p:nvPr/>
        </p:nvSpPr>
        <p:spPr>
          <a:xfrm>
            <a:off x="1774562" y="463475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  <a:r>
              <a:rPr lang="en-US" altLang="ja-JP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</a:t>
            </a:r>
            <a:endParaRPr kumimoji="1" lang="ja-JP" altLang="en-US" sz="24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6168C5E-A282-51C3-E30B-AEAB07CB7194}"/>
              </a:ext>
            </a:extLst>
          </p:cNvPr>
          <p:cNvSpPr txBox="1"/>
          <p:nvPr/>
        </p:nvSpPr>
        <p:spPr>
          <a:xfrm>
            <a:off x="6100206" y="5038164"/>
            <a:ext cx="413602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Good night!</a:t>
            </a:r>
          </a:p>
        </p:txBody>
      </p:sp>
      <p:sp>
        <p:nvSpPr>
          <p:cNvPr id="26" name="四角形: 1 つの角を切り取る 25">
            <a:extLst>
              <a:ext uri="{FF2B5EF4-FFF2-40B4-BE49-F238E27FC236}">
                <a16:creationId xmlns:a16="http://schemas.microsoft.com/office/drawing/2014/main" id="{B2087D52-E3F9-120E-16CE-B5271CB97BDD}"/>
              </a:ext>
            </a:extLst>
          </p:cNvPr>
          <p:cNvSpPr/>
          <p:nvPr/>
        </p:nvSpPr>
        <p:spPr>
          <a:xfrm>
            <a:off x="6100206" y="459466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  <a:r>
              <a:rPr lang="en-US" altLang="ja-JP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</a:t>
            </a:r>
            <a:endParaRPr lang="ja-JP" altLang="en-US" sz="24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326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6A182-F0B5-1260-7D19-B50E06F6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6CC993A-7D70-961E-83D8-58E4448D035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DFD5215C-640C-F390-FBB2-82F618822A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0C1F504D-FA68-41E9-62BF-98D64FEA6C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439D5B40-DAF5-9C1F-CD74-858867A2EA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4E4A63E-2639-D047-5270-AEDB8349F8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5F0F06F-0C6E-2E22-9B96-DD70D459D9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488762C9-088D-90DE-6EA7-EBCA169506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0DA49742-0D01-9C14-FDAC-E16638250A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2584C82-D512-DEA2-A4E6-67F89C6A4AE3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5D9825E-E1E1-14A7-4292-E4E543050E08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2308331-0070-4FAE-F5D0-E45BFCA63C16}"/>
              </a:ext>
            </a:extLst>
          </p:cNvPr>
          <p:cNvSpPr txBox="1"/>
          <p:nvPr/>
        </p:nvSpPr>
        <p:spPr>
          <a:xfrm>
            <a:off x="1794017" y="1523604"/>
            <a:ext cx="44807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条件式について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126395E-9455-43DA-1E42-E43210EC7FA3}"/>
              </a:ext>
            </a:extLst>
          </p:cNvPr>
          <p:cNvSpPr txBox="1"/>
          <p:nvPr/>
        </p:nvSpPr>
        <p:spPr>
          <a:xfrm>
            <a:off x="822542" y="2890065"/>
            <a:ext cx="4351326" cy="3046988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2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2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2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ja-JP" altLang="en-US" sz="3200" b="1" dirty="0">
                <a:solidFill>
                  <a:schemeClr val="bg1"/>
                </a:solidFill>
                <a:latin typeface="+mn-ea"/>
                <a:cs typeface="Cascadia Code" panose="020B0609020000020004" pitchFamily="49" charset="0"/>
              </a:rPr>
              <a:t>条件式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{</a:t>
            </a:r>
          </a:p>
          <a:p>
            <a:r>
              <a:rPr lang="en-US" altLang="ja-JP" sz="32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//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処理</a:t>
            </a:r>
            <a:r>
              <a:rPr lang="en-US" altLang="ja-JP" sz="3200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en-US" altLang="ja-JP" sz="32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2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 </a:t>
            </a:r>
          </a:p>
          <a:p>
            <a:r>
              <a:rPr lang="en-US" altLang="ja-JP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32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処理</a:t>
            </a:r>
            <a:r>
              <a:rPr lang="en-US" altLang="ja-JP" sz="3200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en-US" altLang="ja-JP" sz="32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1774C18E-31EB-F242-F7C1-919FADDDEEAA}"/>
              </a:ext>
            </a:extLst>
          </p:cNvPr>
          <p:cNvSpPr/>
          <p:nvPr/>
        </p:nvSpPr>
        <p:spPr>
          <a:xfrm>
            <a:off x="822541" y="2453513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31C1F74-9E1B-BC3A-EE8A-D37EE2C428DF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830237" y="2503060"/>
            <a:ext cx="2412348" cy="1112976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C7341B9-940B-5CCF-85E7-ADA879C897A1}"/>
              </a:ext>
            </a:extLst>
          </p:cNvPr>
          <p:cNvSpPr txBox="1"/>
          <p:nvPr/>
        </p:nvSpPr>
        <p:spPr>
          <a:xfrm>
            <a:off x="6242585" y="2149117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</a:t>
            </a:r>
            <a:endParaRPr lang="en-US" altLang="ja-JP" sz="4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C53F599-011A-1B2D-91C1-1664C518B04A}"/>
              </a:ext>
            </a:extLst>
          </p:cNvPr>
          <p:cNvSpPr txBox="1"/>
          <p:nvPr/>
        </p:nvSpPr>
        <p:spPr>
          <a:xfrm>
            <a:off x="6242585" y="2911574"/>
            <a:ext cx="50314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・条件式が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true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の時に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を行う。</a:t>
            </a:r>
            <a:endParaRPr lang="en-US" altLang="ja-JP" sz="2800" b="1" dirty="0">
              <a:solidFill>
                <a:prstClr val="black">
                  <a:lumMod val="65000"/>
                  <a:lumOff val="35000"/>
                </a:prst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br>
              <a:rPr lang="en-US" altLang="ja-JP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・条件式が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の時は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else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}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を行う。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br>
              <a:rPr lang="en-US" altLang="ja-JP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・条件式には式だけでなく、変数自体や</a:t>
            </a:r>
            <a:r>
              <a:rPr lang="en-US" altLang="ja-JP" sz="2800" dirty="0">
                <a:solidFill>
                  <a:srgbClr val="579ED8"/>
                </a:solidFill>
                <a:highlight>
                  <a:srgbClr val="0000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も直接入れられる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CF0AAD4-5FC1-8DC2-0D59-DCF9050CF147}"/>
              </a:ext>
            </a:extLst>
          </p:cNvPr>
          <p:cNvSpPr/>
          <p:nvPr/>
        </p:nvSpPr>
        <p:spPr>
          <a:xfrm>
            <a:off x="1593127" y="3965334"/>
            <a:ext cx="849400" cy="379176"/>
          </a:xfrm>
          <a:prstGeom prst="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6C31F1A9-B6CF-D06B-817B-E13D2353AC91}"/>
              </a:ext>
            </a:extLst>
          </p:cNvPr>
          <p:cNvGrpSpPr/>
          <p:nvPr/>
        </p:nvGrpSpPr>
        <p:grpSpPr>
          <a:xfrm>
            <a:off x="-3604" y="2283165"/>
            <a:ext cx="12192000" cy="4033755"/>
            <a:chOff x="-3604" y="2283165"/>
            <a:chExt cx="12192000" cy="4033755"/>
          </a:xfrm>
        </p:grpSpPr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4DC3B6CA-FDCF-5153-C621-58A4F1C27A87}"/>
                </a:ext>
              </a:extLst>
            </p:cNvPr>
            <p:cNvGrpSpPr/>
            <p:nvPr/>
          </p:nvGrpSpPr>
          <p:grpSpPr>
            <a:xfrm>
              <a:off x="-3604" y="2283165"/>
              <a:ext cx="12192000" cy="4033755"/>
              <a:chOff x="146885" y="7600465"/>
              <a:chExt cx="12192000" cy="3979184"/>
            </a:xfrm>
          </p:grpSpPr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727CBF67-E1BA-9E59-8E72-22BBBE9E10D1}"/>
                  </a:ext>
                </a:extLst>
              </p:cNvPr>
              <p:cNvSpPr/>
              <p:nvPr/>
            </p:nvSpPr>
            <p:spPr>
              <a:xfrm>
                <a:off x="146885" y="7600465"/>
                <a:ext cx="12192000" cy="39791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57E22111-E78B-5550-0F94-5417BB0AAC8B}"/>
                  </a:ext>
                </a:extLst>
              </p:cNvPr>
              <p:cNvSpPr txBox="1"/>
              <p:nvPr/>
            </p:nvSpPr>
            <p:spPr>
              <a:xfrm>
                <a:off x="1330154" y="8286460"/>
                <a:ext cx="5196377" cy="3046988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==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//</a:t>
                </a:r>
                <a:r>
                  <a:rPr lang="en-US" altLang="ja-JP" sz="2400" b="1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と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が等しいとき</a:t>
                </a:r>
                <a:endParaRPr lang="en-US" altLang="ja-JP" sz="2400" b="1" dirty="0">
                  <a:solidFill>
                    <a:srgbClr val="498D55"/>
                  </a:solidFill>
                  <a:latin typeface="+mn-ea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b="1" dirty="0">
                    <a:solidFill>
                      <a:schemeClr val="bg1"/>
                    </a:solidFill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!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=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//</a:t>
                </a:r>
                <a:r>
                  <a:rPr lang="en-US" altLang="ja-JP" sz="2400" b="1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と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が等しくないとき</a:t>
                </a:r>
                <a:endParaRPr lang="en-US" altLang="ja-JP" sz="2400" b="1" dirty="0">
                  <a:solidFill>
                    <a:srgbClr val="498D55"/>
                  </a:solidFill>
                  <a:latin typeface="+mn-ea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&gt;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//</a:t>
                </a:r>
                <a:r>
                  <a:rPr lang="en-US" altLang="ja-JP" sz="2400" b="1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が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より大きいとき</a:t>
                </a:r>
                <a:endParaRPr lang="en-US" altLang="ja-JP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&lt;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//</a:t>
                </a:r>
                <a:r>
                  <a:rPr lang="en-US" altLang="ja-JP" sz="2400" b="1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が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より小さいとき</a:t>
                </a:r>
                <a:endParaRPr lang="en-US" altLang="ja-JP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b="1" dirty="0">
                    <a:solidFill>
                      <a:schemeClr val="bg1"/>
                    </a:solidFill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&gt;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=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//</a:t>
                </a:r>
                <a:r>
                  <a:rPr lang="en-US" altLang="ja-JP" sz="2400" b="1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が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以上のとき</a:t>
                </a:r>
                <a:endParaRPr lang="en-US" altLang="ja-JP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&lt;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=</a:t>
                </a:r>
                <a:r>
                  <a:rPr lang="en-US" altLang="ja-JP" sz="2400" dirty="0">
                    <a:solidFill>
                      <a:srgbClr val="DADADA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9CDCF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//</a:t>
                </a:r>
                <a:r>
                  <a:rPr lang="en-US" altLang="ja-JP" sz="2400" b="1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が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</a:t>
                </a:r>
                <a:r>
                  <a:rPr lang="ja-JP" altLang="en-US" sz="2400" b="1" dirty="0">
                    <a:solidFill>
                      <a:srgbClr val="498D55"/>
                    </a:solidFill>
                    <a:latin typeface="+mn-ea"/>
                    <a:cs typeface="Cascadia Code" panose="020B0609020000020004" pitchFamily="49" charset="0"/>
                  </a:rPr>
                  <a:t>以下のとき</a:t>
                </a:r>
                <a:endParaRPr lang="en-US" altLang="ja-JP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rgbClr val="569CD6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true</a:t>
                </a:r>
                <a:endParaRPr lang="en-US" altLang="ja-JP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rgbClr val="569CD6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false</a:t>
                </a:r>
              </a:p>
            </p:txBody>
          </p:sp>
          <p:sp>
            <p:nvSpPr>
              <p:cNvPr id="26" name="四角形: 1 つの角を切り取る 25">
                <a:extLst>
                  <a:ext uri="{FF2B5EF4-FFF2-40B4-BE49-F238E27FC236}">
                    <a16:creationId xmlns:a16="http://schemas.microsoft.com/office/drawing/2014/main" id="{CA3AD90D-5159-6064-AEC1-D43C1F92DAEF}"/>
                  </a:ext>
                </a:extLst>
              </p:cNvPr>
              <p:cNvSpPr/>
              <p:nvPr/>
            </p:nvSpPr>
            <p:spPr>
              <a:xfrm>
                <a:off x="1330153" y="7842963"/>
                <a:ext cx="1663173" cy="443497"/>
              </a:xfrm>
              <a:prstGeom prst="snip1Rect">
                <a:avLst>
                  <a:gd name="adj" fmla="val 17673"/>
                </a:avLst>
              </a:prstGeom>
              <a:solidFill>
                <a:schemeClr val="tx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b="1" dirty="0">
                    <a:latin typeface="HG丸ｺﾞｼｯｸM-PRO" panose="020F0600000000000000" pitchFamily="50" charset="-128"/>
                    <a:ea typeface="HG丸ｺﾞｼｯｸM-PRO" panose="020F0600000000000000" pitchFamily="50" charset="-128"/>
                  </a:rPr>
                  <a:t>コード例</a:t>
                </a:r>
              </a:p>
            </p:txBody>
          </p:sp>
        </p:grpSp>
        <p:sp>
          <p:nvSpPr>
            <p:cNvPr id="47" name="右中かっこ 46">
              <a:extLst>
                <a:ext uri="{FF2B5EF4-FFF2-40B4-BE49-F238E27FC236}">
                  <a16:creationId xmlns:a16="http://schemas.microsoft.com/office/drawing/2014/main" id="{EB5BBA08-DDF5-39D9-BF7F-E5248C424716}"/>
                </a:ext>
              </a:extLst>
            </p:cNvPr>
            <p:cNvSpPr/>
            <p:nvPr/>
          </p:nvSpPr>
          <p:spPr>
            <a:xfrm>
              <a:off x="6489524" y="3023381"/>
              <a:ext cx="576000" cy="2122056"/>
            </a:xfrm>
            <a:prstGeom prst="rightBrace">
              <a:avLst/>
            </a:prstGeom>
            <a:ln w="539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9B42B86B-E965-9111-3FA9-E50C87D52B61}"/>
                </a:ext>
              </a:extLst>
            </p:cNvPr>
            <p:cNvSpPr txBox="1"/>
            <p:nvPr/>
          </p:nvSpPr>
          <p:spPr>
            <a:xfrm>
              <a:off x="7065524" y="3126423"/>
              <a:ext cx="3762109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成り立っていれば</a:t>
              </a:r>
              <a:r>
                <a: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true</a:t>
              </a:r>
            </a:p>
            <a:p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成り立っていなければ</a:t>
              </a:r>
              <a:r>
                <a: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false</a:t>
              </a:r>
            </a:p>
          </p:txBody>
        </p: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5F4FE47C-457C-A8EB-D964-FC8F62F34E49}"/>
                </a:ext>
              </a:extLst>
            </p:cNvPr>
            <p:cNvCxnSpPr>
              <a:cxnSpLocks/>
            </p:cNvCxnSpPr>
            <p:nvPr/>
          </p:nvCxnSpPr>
          <p:spPr>
            <a:xfrm>
              <a:off x="2371238" y="5423053"/>
              <a:ext cx="4694286" cy="0"/>
            </a:xfrm>
            <a:prstGeom prst="straightConnector1">
              <a:avLst/>
            </a:prstGeom>
            <a:ln w="635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BA392CEE-0C1D-38C6-FCFE-6A88D9A3CA9B}"/>
                </a:ext>
              </a:extLst>
            </p:cNvPr>
            <p:cNvCxnSpPr>
              <a:cxnSpLocks/>
            </p:cNvCxnSpPr>
            <p:nvPr/>
          </p:nvCxnSpPr>
          <p:spPr>
            <a:xfrm>
              <a:off x="2379745" y="5823206"/>
              <a:ext cx="4694286" cy="0"/>
            </a:xfrm>
            <a:prstGeom prst="straightConnector1">
              <a:avLst/>
            </a:prstGeom>
            <a:ln w="635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69A46BE1-1D81-554B-DBE3-A87B588FCF9D}"/>
                </a:ext>
              </a:extLst>
            </p:cNvPr>
            <p:cNvSpPr txBox="1"/>
            <p:nvPr/>
          </p:nvSpPr>
          <p:spPr>
            <a:xfrm>
              <a:off x="7043738" y="5125611"/>
              <a:ext cx="37621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true 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→ </a:t>
              </a:r>
              <a:r>
                <a: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if{ }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を実行</a:t>
              </a:r>
              <a:endPara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endParaRP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35C8A169-4F15-D886-96D2-8880F0000CB6}"/>
                </a:ext>
              </a:extLst>
            </p:cNvPr>
            <p:cNvSpPr txBox="1"/>
            <p:nvPr/>
          </p:nvSpPr>
          <p:spPr>
            <a:xfrm>
              <a:off x="7043738" y="5603615"/>
              <a:ext cx="42771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false 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→ </a:t>
              </a:r>
              <a:r>
                <a: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else{ }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を実行</a:t>
              </a:r>
              <a:endPara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endParaRPr>
            </a:p>
          </p:txBody>
        </p:sp>
      </p:grp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A1834D5A-5838-8434-5143-E8A9293C6A74}"/>
              </a:ext>
            </a:extLst>
          </p:cNvPr>
          <p:cNvSpPr txBox="1"/>
          <p:nvPr/>
        </p:nvSpPr>
        <p:spPr>
          <a:xfrm>
            <a:off x="7043738" y="1695449"/>
            <a:ext cx="4301714" cy="1200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==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は数学の「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=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」と一緒（</a:t>
            </a:r>
            <a:r>
              <a:rPr lang="ja-JP" altLang="en-US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等号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JasmineUPC" panose="020B0502040204020203" pitchFamily="18" charset="-34"/>
            </a:endParaRPr>
          </a:p>
          <a:p>
            <a:pPr rtl="0">
              <a:buNone/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プログラミングの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「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=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」は</a:t>
            </a:r>
            <a:r>
              <a:rPr lang="ja-JP" altLang="en-US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代入</a:t>
            </a:r>
            <a:endParaRPr lang="en-US" altLang="ja-JP" sz="24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JasmineUPC" panose="020B0502040204020203" pitchFamily="18" charset="-34"/>
            </a:endParaRPr>
          </a:p>
          <a:p>
            <a:pPr rtl="0">
              <a:buNone/>
            </a:pPr>
            <a:r>
              <a:rPr lang="ja-JP" altLang="en-US" sz="2400" b="1" dirty="0">
                <a:solidFill>
                  <a:schemeClr val="accent2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JasmineUPC" panose="020B0502040204020203" pitchFamily="18" charset="-34"/>
              </a:rPr>
              <a:t>違いに注意！</a:t>
            </a:r>
            <a:endParaRPr lang="en-US" altLang="ja-JP" sz="2400" b="1" dirty="0">
              <a:solidFill>
                <a:schemeClr val="accent2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  <a:cs typeface="JasmineUPC" panose="020B0502040204020203" pitchFamily="18" charset="-34"/>
            </a:endParaRPr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8AC9EC71-5D9B-B236-BB0A-234B0DCF581D}"/>
              </a:ext>
            </a:extLst>
          </p:cNvPr>
          <p:cNvGrpSpPr/>
          <p:nvPr/>
        </p:nvGrpSpPr>
        <p:grpSpPr>
          <a:xfrm>
            <a:off x="7023418" y="1094606"/>
            <a:ext cx="1663173" cy="600843"/>
            <a:chOff x="6380753" y="620526"/>
            <a:chExt cx="1663173" cy="600843"/>
          </a:xfrm>
        </p:grpSpPr>
        <p:sp>
          <p:nvSpPr>
            <p:cNvPr id="62" name="四角形: 1 つの角を切り取る 61">
              <a:extLst>
                <a:ext uri="{FF2B5EF4-FFF2-40B4-BE49-F238E27FC236}">
                  <a16:creationId xmlns:a16="http://schemas.microsoft.com/office/drawing/2014/main" id="{E7BEB5E9-AB28-90F1-9EAC-F25FBA7D5C7B}"/>
                </a:ext>
              </a:extLst>
            </p:cNvPr>
            <p:cNvSpPr/>
            <p:nvPr/>
          </p:nvSpPr>
          <p:spPr>
            <a:xfrm>
              <a:off x="6380753" y="620526"/>
              <a:ext cx="1663173" cy="587451"/>
            </a:xfrm>
            <a:prstGeom prst="snip1Rect">
              <a:avLst>
                <a:gd name="adj" fmla="val 17673"/>
              </a:avLst>
            </a:prstGeom>
            <a:solidFill>
              <a:schemeClr val="accent2"/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endParaRPr>
            </a:p>
          </p:txBody>
        </p:sp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8E048E71-4561-2D61-3ADA-E2B3580C4F30}"/>
                </a:ext>
              </a:extLst>
            </p:cNvPr>
            <p:cNvGrpSpPr/>
            <p:nvPr/>
          </p:nvGrpSpPr>
          <p:grpSpPr>
            <a:xfrm>
              <a:off x="6394713" y="620526"/>
              <a:ext cx="1563395" cy="600843"/>
              <a:chOff x="8814597" y="2729336"/>
              <a:chExt cx="1563395" cy="600843"/>
            </a:xfrm>
          </p:grpSpPr>
          <p:pic>
            <p:nvPicPr>
              <p:cNvPr id="64" name="グラフィックス 63" descr="右向き指示マーク 枠線">
                <a:extLst>
                  <a:ext uri="{FF2B5EF4-FFF2-40B4-BE49-F238E27FC236}">
                    <a16:creationId xmlns:a16="http://schemas.microsoft.com/office/drawing/2014/main" id="{C165EE4D-5773-2D3F-17F3-2AD128DFE1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837687" flipH="1">
                <a:off x="8814597" y="2729336"/>
                <a:ext cx="538334" cy="538334"/>
              </a:xfrm>
              <a:prstGeom prst="rect">
                <a:avLst/>
              </a:prstGeom>
            </p:spPr>
          </p:pic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CF076EC9-2265-2B81-3EDA-825DA6B49239}"/>
                  </a:ext>
                </a:extLst>
              </p:cNvPr>
              <p:cNvSpPr txBox="1"/>
              <p:nvPr/>
            </p:nvSpPr>
            <p:spPr>
              <a:xfrm>
                <a:off x="9217618" y="2745404"/>
                <a:ext cx="116037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ja-JP" altLang="en-US" sz="3200" b="1" dirty="0">
                    <a:solidFill>
                      <a:schemeClr val="bg1"/>
                    </a:solidFill>
                  </a:rPr>
                  <a:t>注意</a:t>
                </a:r>
                <a:endParaRPr lang="en-US" altLang="ja-JP" sz="32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946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55DE9-0C66-E7E9-FB50-B4A2698E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B2216DE-5AE1-2DF9-5DCF-C5AAAE92695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D58DEBC6-3206-3A59-C017-D50692AC24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F7273AE-70D1-E872-4190-77A9F1DDE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8D5A0320-8215-1964-4294-BD2AC9C252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CB81321-5061-8058-56CC-B05F9AF2FC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F558C1C-DBC3-A554-3BDC-CE507E8FB5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822C6CC2-435B-1C7A-4558-D5E1D56972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5908877F-5625-B78A-82E6-D22D8C7EE5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020E0B8-77B3-21F4-4125-7F31BD4F174A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FE7E6C-45DB-4951-15E8-A99D5405A146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FA3E88-ED6E-3338-134B-EB8716C02407}"/>
              </a:ext>
            </a:extLst>
          </p:cNvPr>
          <p:cNvSpPr txBox="1"/>
          <p:nvPr/>
        </p:nvSpPr>
        <p:spPr>
          <a:xfrm>
            <a:off x="1794017" y="1523604"/>
            <a:ext cx="44807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条件式について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E1A98FB-5FDB-6BC9-5B43-757AFE136D40}"/>
              </a:ext>
            </a:extLst>
          </p:cNvPr>
          <p:cNvSpPr txBox="1"/>
          <p:nvPr/>
        </p:nvSpPr>
        <p:spPr>
          <a:xfrm>
            <a:off x="822542" y="2890065"/>
            <a:ext cx="4351326" cy="3046988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2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2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2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ja-JP" altLang="en-US" sz="3200" b="1" dirty="0">
                <a:solidFill>
                  <a:schemeClr val="bg1"/>
                </a:solidFill>
                <a:latin typeface="+mn-ea"/>
                <a:cs typeface="Cascadia Code" panose="020B0609020000020004" pitchFamily="49" charset="0"/>
              </a:rPr>
              <a:t>条件式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{</a:t>
            </a:r>
          </a:p>
          <a:p>
            <a:r>
              <a:rPr lang="en-US" altLang="ja-JP" sz="32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//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処理</a:t>
            </a:r>
            <a:r>
              <a:rPr lang="en-US" altLang="ja-JP" sz="3200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en-US" altLang="ja-JP" sz="32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2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 </a:t>
            </a:r>
          </a:p>
          <a:p>
            <a:r>
              <a:rPr lang="en-US" altLang="ja-JP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32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処理</a:t>
            </a:r>
            <a:r>
              <a:rPr lang="en-US" altLang="ja-JP" sz="3200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en-US" altLang="ja-JP" sz="32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908399FE-8443-FCFC-C3AE-1D6270ADA077}"/>
              </a:ext>
            </a:extLst>
          </p:cNvPr>
          <p:cNvSpPr/>
          <p:nvPr/>
        </p:nvSpPr>
        <p:spPr>
          <a:xfrm>
            <a:off x="822541" y="2453513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9FC6070-D38A-03C5-441B-13C418419EAD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830237" y="2503060"/>
            <a:ext cx="2412348" cy="1112976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0FA3CE1-EC3A-5B8E-7361-EF25455EFED7}"/>
              </a:ext>
            </a:extLst>
          </p:cNvPr>
          <p:cNvSpPr txBox="1"/>
          <p:nvPr/>
        </p:nvSpPr>
        <p:spPr>
          <a:xfrm>
            <a:off x="6242585" y="2149117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</a:t>
            </a:r>
            <a:endParaRPr lang="en-US" altLang="ja-JP" sz="4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B55147C-25E7-EB4A-9771-04915091718D}"/>
              </a:ext>
            </a:extLst>
          </p:cNvPr>
          <p:cNvSpPr txBox="1"/>
          <p:nvPr/>
        </p:nvSpPr>
        <p:spPr>
          <a:xfrm>
            <a:off x="6242585" y="2911574"/>
            <a:ext cx="50314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・条件式が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true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の時に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を行う。</a:t>
            </a:r>
            <a:endParaRPr lang="en-US" altLang="ja-JP" sz="2800" b="1" dirty="0">
              <a:solidFill>
                <a:prstClr val="black">
                  <a:lumMod val="65000"/>
                  <a:lumOff val="35000"/>
                </a:prst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br>
              <a:rPr lang="en-US" altLang="ja-JP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・条件式が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の時は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else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}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を行う。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br>
              <a:rPr lang="en-US" altLang="ja-JP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・条件式には式だけでなく、変数自体や</a:t>
            </a:r>
            <a:r>
              <a:rPr lang="en-US" altLang="ja-JP" sz="2800" dirty="0">
                <a:solidFill>
                  <a:srgbClr val="579ED8"/>
                </a:solidFill>
                <a:highlight>
                  <a:srgbClr val="0000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も直接入れられる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F27BB44-9710-DFBF-D2FB-F04C764780D6}"/>
              </a:ext>
            </a:extLst>
          </p:cNvPr>
          <p:cNvSpPr/>
          <p:nvPr/>
        </p:nvSpPr>
        <p:spPr>
          <a:xfrm>
            <a:off x="1593127" y="3965334"/>
            <a:ext cx="849400" cy="379176"/>
          </a:xfrm>
          <a:prstGeom prst="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25FCB027-F8D8-3035-FC7F-C2A7CBA43712}"/>
              </a:ext>
            </a:extLst>
          </p:cNvPr>
          <p:cNvGrpSpPr/>
          <p:nvPr/>
        </p:nvGrpSpPr>
        <p:grpSpPr>
          <a:xfrm>
            <a:off x="0" y="2273527"/>
            <a:ext cx="12192000" cy="4188053"/>
            <a:chOff x="243396" y="8036030"/>
            <a:chExt cx="12192000" cy="4188053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60D5FEFF-CA9F-69BF-E80B-9022F86AF08D}"/>
                </a:ext>
              </a:extLst>
            </p:cNvPr>
            <p:cNvSpPr/>
            <p:nvPr/>
          </p:nvSpPr>
          <p:spPr>
            <a:xfrm>
              <a:off x="243396" y="8036030"/>
              <a:ext cx="12192000" cy="41880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F4002ACF-25A5-D875-1F38-806302DF3CA6}"/>
                </a:ext>
              </a:extLst>
            </p:cNvPr>
            <p:cNvSpPr txBox="1"/>
            <p:nvPr/>
          </p:nvSpPr>
          <p:spPr>
            <a:xfrm>
              <a:off x="642285" y="8719211"/>
              <a:ext cx="7268657" cy="341632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ja-JP" sz="2400" dirty="0">
                  <a:solidFill>
                    <a:srgbClr val="579ED8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</a:t>
              </a:r>
              <a:r>
                <a:rPr lang="en-US" altLang="ja-JP" sz="2400" dirty="0">
                  <a:solidFill>
                    <a:srgbClr val="FFDB0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(){</a:t>
              </a:r>
              <a:endPara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altLang="ja-JP" sz="2400" dirty="0">
                  <a:solidFill>
                    <a:srgbClr val="579ED8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int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 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BFDAB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10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rgbClr val="579ED8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 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BFDAB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rgbClr val="B580C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if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&gt;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=b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</a:t>
              </a:r>
              <a:r>
                <a:rPr lang="ja-JP" alt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　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{</a:t>
              </a:r>
            </a:p>
            <a:p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    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cout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&lt;&lt; </a:t>
              </a:r>
              <a:r>
                <a:rPr lang="en-US" altLang="ja-JP" sz="2400" dirty="0">
                  <a:solidFill>
                    <a:srgbClr val="FCB216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“</a:t>
              </a:r>
              <a:r>
                <a:rPr lang="en-US" altLang="ja-JP" sz="2400" dirty="0">
                  <a:solidFill>
                    <a:srgbClr val="FCB216"/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&gt;</a:t>
              </a:r>
              <a:r>
                <a:rPr lang="en-US" altLang="ja-JP" sz="2400" dirty="0">
                  <a:solidFill>
                    <a:srgbClr val="FCB216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=”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&lt;&lt;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 err="1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endl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}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B580C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else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{ </a:t>
              </a:r>
            </a:p>
            <a:p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    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cout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&lt;&lt; </a:t>
              </a:r>
              <a:r>
                <a:rPr lang="en-US" altLang="ja-JP" sz="2400" dirty="0">
                  <a:solidFill>
                    <a:srgbClr val="FCB216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“&lt;”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&lt;&lt;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 err="1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endl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}</a:t>
              </a:r>
            </a:p>
            <a:p>
              <a:r>
                <a:rPr lang="en-US" altLang="ja-JP" sz="2400" dirty="0">
                  <a:solidFill>
                    <a:srgbClr val="FFDB0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}</a:t>
              </a:r>
            </a:p>
          </p:txBody>
        </p:sp>
        <p:sp>
          <p:nvSpPr>
            <p:cNvPr id="36" name="四角形: 1 つの角を切り取る 35">
              <a:extLst>
                <a:ext uri="{FF2B5EF4-FFF2-40B4-BE49-F238E27FC236}">
                  <a16:creationId xmlns:a16="http://schemas.microsoft.com/office/drawing/2014/main" id="{F87D4434-E447-3490-8B02-8794168719E6}"/>
                </a:ext>
              </a:extLst>
            </p:cNvPr>
            <p:cNvSpPr/>
            <p:nvPr/>
          </p:nvSpPr>
          <p:spPr>
            <a:xfrm>
              <a:off x="642285" y="8275714"/>
              <a:ext cx="1663173" cy="443497"/>
            </a:xfrm>
            <a:prstGeom prst="snip1Rect">
              <a:avLst>
                <a:gd name="adj" fmla="val 17673"/>
              </a:avLst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b="1" dirty="0">
                  <a:latin typeface="HG丸ｺﾞｼｯｸM-PRO" panose="020F0600000000000000" pitchFamily="50" charset="-128"/>
                  <a:ea typeface="HG丸ｺﾞｼｯｸM-PRO" panose="020F0600000000000000" pitchFamily="50" charset="-128"/>
                </a:rPr>
                <a:t>コード例</a:t>
              </a: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D8669EAB-E4D0-995B-166D-993C46F327E9}"/>
                </a:ext>
              </a:extLst>
            </p:cNvPr>
            <p:cNvSpPr txBox="1"/>
            <p:nvPr/>
          </p:nvSpPr>
          <p:spPr>
            <a:xfrm>
              <a:off x="8634782" y="8786937"/>
              <a:ext cx="3557218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a=10,b=5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なので</a:t>
              </a:r>
              <a:r>
                <a:rPr lang="en-US" altLang="ja-JP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  <a:r>
                <a:rPr lang="en-US" altLang="ja-JP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&gt;</a:t>
              </a:r>
              <a:r>
                <a:rPr lang="en-US" altLang="ja-JP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=b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は</a:t>
              </a:r>
              <a:r>
                <a:rPr lang="en-US" altLang="ja-JP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10&gt;=5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となり</a:t>
              </a:r>
              <a:endPara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endParaRPr>
            </a:p>
            <a:p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この条件式は</a:t>
              </a:r>
              <a:r>
                <a:rPr lang="ja-JP" altLang="en-US" sz="2800" b="1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正しい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（数学的に成り立つ）→真つまり</a:t>
              </a:r>
              <a:r>
                <a:rPr lang="en-US" altLang="ja-JP" sz="2800" dirty="0">
                  <a:solidFill>
                    <a:srgbClr val="579ED8"/>
                  </a:solidFill>
                  <a:highlight>
                    <a:srgbClr val="000000"/>
                  </a:highligh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true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となり、</a:t>
              </a:r>
              <a:r>
                <a:rPr lang="en-US" altLang="ja-JP" sz="2800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if</a:t>
              </a:r>
              <a:r>
                <a:rPr lang="ja-JP" altLang="en-US" sz="2800" b="1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の</a:t>
              </a:r>
              <a:r>
                <a:rPr lang="en-US" altLang="ja-JP" sz="2800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{ }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の中の処理を行う</a:t>
              </a:r>
              <a:endPara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endParaRP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982A7D1B-23B2-C068-5483-0960AD6C27C1}"/>
              </a:ext>
            </a:extLst>
          </p:cNvPr>
          <p:cNvGrpSpPr/>
          <p:nvPr/>
        </p:nvGrpSpPr>
        <p:grpSpPr>
          <a:xfrm>
            <a:off x="71897" y="2321285"/>
            <a:ext cx="12192000" cy="4188053"/>
            <a:chOff x="306026" y="8086134"/>
            <a:chExt cx="12192000" cy="4188053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37429FE5-CE7F-4D06-B651-5B7A150339DA}"/>
                </a:ext>
              </a:extLst>
            </p:cNvPr>
            <p:cNvSpPr/>
            <p:nvPr/>
          </p:nvSpPr>
          <p:spPr>
            <a:xfrm>
              <a:off x="306026" y="8086134"/>
              <a:ext cx="12192000" cy="41880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C2B3E4C1-C089-6521-FD8B-C215ECC0DDE3}"/>
                </a:ext>
              </a:extLst>
            </p:cNvPr>
            <p:cNvSpPr txBox="1"/>
            <p:nvPr/>
          </p:nvSpPr>
          <p:spPr>
            <a:xfrm>
              <a:off x="642285" y="8719211"/>
              <a:ext cx="7268657" cy="341632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ja-JP" sz="2400" dirty="0">
                  <a:solidFill>
                    <a:srgbClr val="579ED8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</a:t>
              </a:r>
              <a:r>
                <a:rPr lang="en-US" altLang="ja-JP" sz="2400" dirty="0">
                  <a:solidFill>
                    <a:srgbClr val="FFDB0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(){</a:t>
              </a:r>
              <a:endPara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altLang="ja-JP" sz="2400" dirty="0">
                  <a:solidFill>
                    <a:srgbClr val="579ED8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int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 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BFDAB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 </a:t>
              </a:r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//</a:t>
              </a:r>
              <a:r>
                <a:rPr lang="en-US" altLang="ja-JP" sz="2400" b="1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10</a:t>
              </a:r>
              <a:r>
                <a:rPr lang="ja-JP" altLang="en-US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→</a:t>
              </a:r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rgbClr val="579ED8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 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BFDAB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10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//</a:t>
              </a:r>
              <a:r>
                <a:rPr lang="en-US" altLang="ja-JP" sz="2400" b="1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r>
                <a:rPr lang="ja-JP" altLang="en-US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→</a:t>
              </a:r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10</a:t>
              </a:r>
              <a:endPara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rgbClr val="B580C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if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&gt;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=b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</a:t>
              </a:r>
              <a:r>
                <a:rPr lang="ja-JP" alt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　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{</a:t>
              </a:r>
            </a:p>
            <a:p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    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cout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&lt;&lt; </a:t>
              </a:r>
              <a:r>
                <a:rPr lang="en-US" altLang="ja-JP" sz="2400" dirty="0">
                  <a:solidFill>
                    <a:srgbClr val="FCB216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“</a:t>
              </a:r>
              <a:r>
                <a:rPr lang="en-US" altLang="ja-JP" sz="2400" dirty="0">
                  <a:solidFill>
                    <a:srgbClr val="FCB216"/>
                  </a:solidFill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&gt;</a:t>
              </a:r>
              <a:r>
                <a:rPr lang="en-US" altLang="ja-JP" sz="2400" dirty="0">
                  <a:solidFill>
                    <a:srgbClr val="FCB216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=”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&lt;&lt;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 err="1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endl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}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B580C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else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{ </a:t>
              </a:r>
            </a:p>
            <a:p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    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cout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&lt;&lt; </a:t>
              </a:r>
              <a:r>
                <a:rPr lang="en-US" altLang="ja-JP" sz="2400" dirty="0">
                  <a:solidFill>
                    <a:srgbClr val="FCB216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“&lt;”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&lt;&lt;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 err="1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endl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}</a:t>
              </a:r>
            </a:p>
            <a:p>
              <a:r>
                <a:rPr lang="en-US" altLang="ja-JP" sz="2400" dirty="0">
                  <a:solidFill>
                    <a:srgbClr val="FFDB0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}</a:t>
              </a:r>
            </a:p>
          </p:txBody>
        </p:sp>
        <p:sp>
          <p:nvSpPr>
            <p:cNvPr id="45" name="四角形: 1 つの角を切り取る 44">
              <a:extLst>
                <a:ext uri="{FF2B5EF4-FFF2-40B4-BE49-F238E27FC236}">
                  <a16:creationId xmlns:a16="http://schemas.microsoft.com/office/drawing/2014/main" id="{2A0E6078-6B56-35B5-96AE-E48D5E3FEC1F}"/>
                </a:ext>
              </a:extLst>
            </p:cNvPr>
            <p:cNvSpPr/>
            <p:nvPr/>
          </p:nvSpPr>
          <p:spPr>
            <a:xfrm>
              <a:off x="642285" y="8275714"/>
              <a:ext cx="1663173" cy="443497"/>
            </a:xfrm>
            <a:prstGeom prst="snip1Rect">
              <a:avLst>
                <a:gd name="adj" fmla="val 17673"/>
              </a:avLst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b="1" dirty="0">
                  <a:latin typeface="HG丸ｺﾞｼｯｸM-PRO" panose="020F0600000000000000" pitchFamily="50" charset="-128"/>
                  <a:ea typeface="HG丸ｺﾞｼｯｸM-PRO" panose="020F0600000000000000" pitchFamily="50" charset="-128"/>
                </a:rPr>
                <a:t>コード例</a:t>
              </a: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FBDB484B-860F-7391-3907-380CCDDBDE27}"/>
                </a:ext>
              </a:extLst>
            </p:cNvPr>
            <p:cNvSpPr txBox="1"/>
            <p:nvPr/>
          </p:nvSpPr>
          <p:spPr>
            <a:xfrm>
              <a:off x="8086847" y="8786937"/>
              <a:ext cx="3818253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もし</a:t>
              </a:r>
              <a:r>
                <a:rPr lang="en-US" altLang="ja-JP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a=5,b=10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なら</a:t>
              </a:r>
              <a:endPara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endParaRPr>
            </a:p>
            <a:p>
              <a:r>
                <a:rPr lang="en-US" altLang="ja-JP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5&gt;=10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となりこの条件式は</a:t>
              </a:r>
              <a:r>
                <a:rPr lang="ja-JP" altLang="en-US" sz="2800" b="1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正しくない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（数学的に成り立たない）</a:t>
              </a:r>
              <a:endPara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endParaRPr>
            </a:p>
            <a:p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→偽つまり</a:t>
              </a:r>
              <a:r>
                <a:rPr lang="en-US" altLang="ja-JP" sz="2800" dirty="0">
                  <a:solidFill>
                    <a:srgbClr val="579ED8"/>
                  </a:solidFill>
                  <a:highlight>
                    <a:srgbClr val="000000"/>
                  </a:highligh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false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となり、</a:t>
              </a:r>
              <a:r>
                <a:rPr lang="en-US" altLang="ja-JP" sz="2800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else</a:t>
              </a:r>
              <a:r>
                <a:rPr lang="ja-JP" altLang="en-US" sz="2800" b="1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の</a:t>
              </a:r>
              <a:r>
                <a:rPr lang="en-US" altLang="ja-JP" sz="2800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{ }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の中の処理を行う</a:t>
              </a:r>
              <a:endPara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66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CD81-275E-AC03-9EEA-0B8C2C19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1FB47B8-BCB2-187F-AE7D-79C6EF21536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F9C144D-A6A3-3318-98D6-EDB97340D6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4E71794D-E056-8820-7782-16BE4871B8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FD20C004-115D-0C80-7985-05743A2051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D7EAB62-2149-3F38-C3E3-C803CA577A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7152645-45D2-C678-F2F1-CC2DC21958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8DD26ACF-D347-1A64-96DE-8D02078908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E9343094-2E8E-A4AA-9A87-E76C0B3E53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2DF2D6-DB9A-1224-5CF4-F66A59E3BCAC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58CE85B-62CC-9349-9ED7-E69839706676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2D70736-C61F-6FA2-5ABB-84A83AEF1B42}"/>
              </a:ext>
            </a:extLst>
          </p:cNvPr>
          <p:cNvSpPr txBox="1"/>
          <p:nvPr/>
        </p:nvSpPr>
        <p:spPr>
          <a:xfrm>
            <a:off x="1794017" y="1523604"/>
            <a:ext cx="53655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インデントについて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FB52DC1-C7DF-83E3-962E-4877F067E29D}"/>
              </a:ext>
            </a:extLst>
          </p:cNvPr>
          <p:cNvSpPr txBox="1"/>
          <p:nvPr/>
        </p:nvSpPr>
        <p:spPr>
          <a:xfrm>
            <a:off x="780985" y="2890065"/>
            <a:ext cx="4292219" cy="3046988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32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32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ja-JP" altLang="en-US" sz="3200" b="1" dirty="0">
                <a:solidFill>
                  <a:schemeClr val="bg1"/>
                </a:solidFill>
                <a:latin typeface="+mn-ea"/>
                <a:cs typeface="Cascadia Code" panose="020B0609020000020004" pitchFamily="49" charset="0"/>
              </a:rPr>
              <a:t>条件式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32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//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処理</a:t>
            </a:r>
            <a:r>
              <a:rPr lang="en-US" altLang="ja-JP" sz="32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en-US" altLang="ja-JP" sz="32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sz="32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 </a:t>
            </a:r>
          </a:p>
          <a:p>
            <a:r>
              <a:rPr lang="en-US" altLang="ja-JP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32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32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処理</a:t>
            </a:r>
            <a:r>
              <a:rPr lang="en-US" altLang="ja-JP" sz="3200" b="1" dirty="0">
                <a:solidFill>
                  <a:srgbClr val="498D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en-US" altLang="ja-JP" sz="32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32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0545F6CC-FF67-A388-154E-D20291B8D968}"/>
              </a:ext>
            </a:extLst>
          </p:cNvPr>
          <p:cNvSpPr/>
          <p:nvPr/>
        </p:nvSpPr>
        <p:spPr>
          <a:xfrm>
            <a:off x="780985" y="2453513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2A607B5-D369-D775-EE13-3173EE692B0E}"/>
              </a:ext>
            </a:extLst>
          </p:cNvPr>
          <p:cNvSpPr txBox="1"/>
          <p:nvPr/>
        </p:nvSpPr>
        <p:spPr>
          <a:xfrm>
            <a:off x="5306665" y="2331830"/>
            <a:ext cx="26885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インデント</a:t>
            </a:r>
            <a:endParaRPr lang="en-US" altLang="ja-JP" sz="4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84A484C-6CCB-8171-4E21-7FED05F30AC0}"/>
              </a:ext>
            </a:extLst>
          </p:cNvPr>
          <p:cNvSpPr txBox="1"/>
          <p:nvPr/>
        </p:nvSpPr>
        <p:spPr>
          <a:xfrm>
            <a:off x="5358166" y="3007205"/>
            <a:ext cx="62242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基本的に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の中に入ったら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</a:t>
            </a:r>
            <a:endParaRPr lang="en-US" altLang="ja-JP" sz="3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インデントを下げるのがよい。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この後出てくる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文や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文の中も一緒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F820C03-A17C-E4BA-DC3F-5D24F9F6D937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2294921" y="2716551"/>
            <a:ext cx="3011744" cy="1430060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A20FC1E-A661-B96A-D077-0B7A21729405}"/>
              </a:ext>
            </a:extLst>
          </p:cNvPr>
          <p:cNvSpPr/>
          <p:nvPr/>
        </p:nvSpPr>
        <p:spPr>
          <a:xfrm>
            <a:off x="1482287" y="3952185"/>
            <a:ext cx="849400" cy="379176"/>
          </a:xfrm>
          <a:prstGeom prst="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717028EA-2FD9-D921-DC33-886CD82736B0}"/>
              </a:ext>
            </a:extLst>
          </p:cNvPr>
          <p:cNvGrpSpPr/>
          <p:nvPr/>
        </p:nvGrpSpPr>
        <p:grpSpPr>
          <a:xfrm>
            <a:off x="12526" y="2242794"/>
            <a:ext cx="12192000" cy="4507472"/>
            <a:chOff x="-110231" y="2350528"/>
            <a:chExt cx="12192000" cy="4507472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C2B707CA-141F-BFDF-E334-AA400602AB72}"/>
                </a:ext>
              </a:extLst>
            </p:cNvPr>
            <p:cNvGrpSpPr/>
            <p:nvPr/>
          </p:nvGrpSpPr>
          <p:grpSpPr>
            <a:xfrm>
              <a:off x="-110231" y="2350528"/>
              <a:ext cx="12192000" cy="4507472"/>
              <a:chOff x="243396" y="8036030"/>
              <a:chExt cx="12192000" cy="4507472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5599327A-E448-3A80-514A-1368CE2AC84C}"/>
                  </a:ext>
                </a:extLst>
              </p:cNvPr>
              <p:cNvSpPr/>
              <p:nvPr/>
            </p:nvSpPr>
            <p:spPr>
              <a:xfrm>
                <a:off x="243396" y="8036030"/>
                <a:ext cx="12192000" cy="4507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55AA51CC-6EE2-9811-1EC3-B381D13FCD2F}"/>
                  </a:ext>
                </a:extLst>
              </p:cNvPr>
              <p:cNvSpPr txBox="1"/>
              <p:nvPr/>
            </p:nvSpPr>
            <p:spPr>
              <a:xfrm>
                <a:off x="642285" y="8719211"/>
                <a:ext cx="7268657" cy="3785652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sz="2400" dirty="0">
                    <a:solidFill>
                      <a:srgbClr val="579ED8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main</a:t>
                </a:r>
                <a:r>
                  <a:rPr lang="en-US" altLang="ja-JP" sz="2400" dirty="0">
                    <a:solidFill>
                      <a:srgbClr val="FFDB0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(){</a:t>
                </a:r>
                <a:endParaRPr lang="en-US" altLang="ja-JP" sz="2400" dirty="0">
                  <a:solidFill>
                    <a:srgbClr val="579ED8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rgbClr val="579ED8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int 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 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=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BFDAB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;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//</a:t>
                </a:r>
                <a:r>
                  <a:rPr lang="en-US" altLang="ja-JP" sz="2400" b="1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10</a:t>
                </a:r>
                <a:r>
                  <a:rPr lang="ja-JP" altLang="en-US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→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</a:t>
                </a:r>
                <a:r>
                  <a:rPr lang="en-US" altLang="ja-JP" sz="2400" dirty="0">
                    <a:solidFill>
                      <a:srgbClr val="579ED8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 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 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=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BFDAB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10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;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//</a:t>
                </a:r>
                <a:r>
                  <a:rPr lang="en-US" altLang="ja-JP" sz="2400" b="1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r>
                  <a:rPr lang="ja-JP" altLang="en-US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→</a:t>
                </a:r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10</a:t>
                </a:r>
                <a:endPara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</a:t>
                </a:r>
                <a:r>
                  <a:rPr lang="en-US" altLang="ja-JP" sz="2400" dirty="0">
                    <a:solidFill>
                      <a:srgbClr val="B580C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if</a:t>
                </a:r>
                <a:r>
                  <a:rPr lang="en-US" altLang="ja-JP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&gt;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=b</a:t>
                </a:r>
                <a:r>
                  <a:rPr lang="en-US" altLang="ja-JP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  <a:r>
                  <a:rPr lang="ja-JP" alt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　</a:t>
                </a:r>
                <a:r>
                  <a:rPr lang="en-US" altLang="ja-JP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{</a:t>
                </a:r>
              </a:p>
              <a:p>
                <a:r>
                  <a:rPr lang="en-US" altLang="ja-JP" sz="2400" dirty="0">
                    <a:solidFill>
                      <a:srgbClr val="498D5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    </a:t>
                </a:r>
                <a:r>
                  <a:rPr lang="en-US" altLang="ja-JP" sz="2400" dirty="0" err="1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cout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&lt;&lt; 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&lt;&lt; </a:t>
                </a:r>
                <a:r>
                  <a:rPr lang="en-US" altLang="ja-JP" sz="2400" dirty="0">
                    <a:solidFill>
                      <a:srgbClr val="FCB216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“</a:t>
                </a:r>
                <a:r>
                  <a:rPr lang="en-US" altLang="ja-JP" sz="2400" dirty="0">
                    <a:solidFill>
                      <a:srgbClr val="FCB216"/>
                    </a:solidFill>
                    <a:latin typeface="Cascadia Code SemiBold" panose="020B0609020000020004" pitchFamily="49" charset="0"/>
                    <a:ea typeface="Cascadia Code SemiBold" panose="020B0609020000020004" pitchFamily="49" charset="0"/>
                    <a:cs typeface="Cascadia Code SemiBold" panose="020B0609020000020004" pitchFamily="49" charset="0"/>
                  </a:rPr>
                  <a:t>&gt;</a:t>
                </a:r>
                <a:r>
                  <a:rPr lang="en-US" altLang="ja-JP" sz="2400" dirty="0">
                    <a:solidFill>
                      <a:srgbClr val="FCB216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=”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&lt;&lt;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&lt;&lt;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 err="1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endl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;</a:t>
                </a:r>
              </a:p>
              <a:p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</a:t>
                </a:r>
                <a:r>
                  <a:rPr lang="en-US" altLang="ja-JP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}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B580C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else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{ </a:t>
                </a:r>
              </a:p>
              <a:p>
                <a:r>
                  <a:rPr lang="en-US" altLang="ja-JP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    </a:t>
                </a:r>
                <a:r>
                  <a:rPr lang="en-US" altLang="ja-JP" sz="2400" dirty="0" err="1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cout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&lt;&lt; 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&lt;&lt; </a:t>
                </a:r>
                <a:r>
                  <a:rPr lang="en-US" altLang="ja-JP" sz="2400" dirty="0">
                    <a:solidFill>
                      <a:srgbClr val="FCB216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“&lt;”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&lt;&lt;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&lt;&lt;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 err="1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endl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;</a:t>
                </a:r>
              </a:p>
              <a:p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</a:t>
                </a:r>
                <a:r>
                  <a:rPr lang="en-US" altLang="ja-JP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}</a:t>
                </a:r>
              </a:p>
              <a:p>
                <a:r>
                  <a:rPr lang="en-US" altLang="ja-JP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</a:t>
                </a:r>
                <a:r>
                  <a:rPr lang="en-US" altLang="ja-JP" sz="2400" dirty="0" err="1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cout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&lt;&lt; 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* </a:t>
                </a:r>
                <a:r>
                  <a:rPr lang="en-US" altLang="ja-JP" sz="2400" dirty="0">
                    <a:solidFill>
                      <a:srgbClr val="9FD9F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&lt;&lt;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US" altLang="ja-JP" sz="2400" dirty="0" err="1">
                    <a:solidFill>
                      <a:srgbClr val="E8D69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endl</a:t>
                </a:r>
                <a:r>
                  <a:rPr lang="en-US" altLang="ja-JP" sz="2400" dirty="0">
                    <a:solidFill>
                      <a:schemeClr val="bg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;</a:t>
                </a:r>
                <a:endPara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altLang="ja-JP" sz="2400" dirty="0">
                    <a:solidFill>
                      <a:srgbClr val="FFDB0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}</a:t>
                </a:r>
              </a:p>
            </p:txBody>
          </p:sp>
          <p:sp>
            <p:nvSpPr>
              <p:cNvPr id="26" name="四角形: 1 つの角を切り取る 25">
                <a:extLst>
                  <a:ext uri="{FF2B5EF4-FFF2-40B4-BE49-F238E27FC236}">
                    <a16:creationId xmlns:a16="http://schemas.microsoft.com/office/drawing/2014/main" id="{106B86AC-70E2-DD55-0000-C3F2BB40E0D8}"/>
                  </a:ext>
                </a:extLst>
              </p:cNvPr>
              <p:cNvSpPr/>
              <p:nvPr/>
            </p:nvSpPr>
            <p:spPr>
              <a:xfrm>
                <a:off x="642285" y="8275714"/>
                <a:ext cx="1663173" cy="443497"/>
              </a:xfrm>
              <a:prstGeom prst="snip1Rect">
                <a:avLst>
                  <a:gd name="adj" fmla="val 17673"/>
                </a:avLst>
              </a:prstGeom>
              <a:solidFill>
                <a:schemeClr val="tx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b="1" dirty="0">
                    <a:latin typeface="HG丸ｺﾞｼｯｸM-PRO" panose="020F0600000000000000" pitchFamily="50" charset="-128"/>
                    <a:ea typeface="HG丸ｺﾞｼｯｸM-PRO" panose="020F0600000000000000" pitchFamily="50" charset="-128"/>
                  </a:rPr>
                  <a:t>コード例</a:t>
                </a: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FAE9067C-2476-CDDF-E59E-922BAB8E14F9}"/>
                  </a:ext>
                </a:extLst>
              </p:cNvPr>
              <p:cNvSpPr txBox="1"/>
              <p:nvPr/>
            </p:nvSpPr>
            <p:spPr>
              <a:xfrm>
                <a:off x="8067395" y="8098474"/>
                <a:ext cx="4170122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①</a:t>
                </a:r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main(){ }</a:t>
                </a:r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の中</a:t>
                </a:r>
                <a:endPara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endParaRPr>
              </a:p>
              <a:p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1</a:t>
                </a:r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つインデントを下げる</a:t>
                </a:r>
                <a:endPara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endParaRPr>
              </a:p>
              <a:p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(</a:t>
                </a:r>
                <a:r>
                  <a:rPr lang="en-US" altLang="ja-JP" sz="2800" b="1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1</a:t>
                </a:r>
                <a:r>
                  <a:rPr lang="ja-JP" altLang="en-US" sz="2800" b="1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つ分のインデント</a:t>
                </a:r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)</a:t>
                </a:r>
              </a:p>
              <a:p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②</a:t>
                </a:r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if{ }</a:t>
                </a:r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の中に入った</a:t>
                </a:r>
                <a:endPara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endParaRPr>
              </a:p>
              <a:p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1</a:t>
                </a:r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つインデントを下げる</a:t>
                </a:r>
                <a:endPara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endParaRPr>
              </a:p>
              <a:p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(</a:t>
                </a:r>
                <a:r>
                  <a:rPr lang="en-US" altLang="ja-JP" sz="2800" b="1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2</a:t>
                </a:r>
                <a:r>
                  <a:rPr lang="ja-JP" altLang="en-US" sz="2800" b="1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つ分のインデント</a:t>
                </a:r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)</a:t>
                </a:r>
              </a:p>
              <a:p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③</a:t>
                </a:r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if{ }</a:t>
                </a:r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の外に出た</a:t>
                </a:r>
                <a:endPara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endParaRPr>
              </a:p>
              <a:p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インデントを</a:t>
                </a:r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1</a:t>
                </a:r>
                <a:r>
                  <a:rPr lang="ja-JP" altLang="en-US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つ戻す</a:t>
                </a:r>
                <a:endPara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endParaRPr>
              </a:p>
              <a:p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(</a:t>
                </a:r>
                <a:r>
                  <a:rPr lang="en-US" altLang="ja-JP" sz="2800" b="1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1</a:t>
                </a:r>
                <a:r>
                  <a:rPr lang="ja-JP" altLang="en-US" sz="2800" b="1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つ分のインデント</a:t>
                </a:r>
                <a:r>
                  <a:rPr lang="en-US" altLang="ja-JP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  <a:cs typeface="Cascadia Code" panose="020B0609020000020004" pitchFamily="49" charset="0"/>
                  </a:rPr>
                  <a:t>)</a:t>
                </a:r>
              </a:p>
            </p:txBody>
          </p:sp>
        </p:grp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527C0DB3-F854-9FC3-3B14-9EB06CB8F49A}"/>
                </a:ext>
              </a:extLst>
            </p:cNvPr>
            <p:cNvSpPr/>
            <p:nvPr/>
          </p:nvSpPr>
          <p:spPr>
            <a:xfrm>
              <a:off x="308110" y="3470261"/>
              <a:ext cx="769845" cy="354031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3200" b="1" dirty="0"/>
                <a:t>①</a:t>
              </a:r>
              <a:endParaRPr kumimoji="1" lang="ja-JP" altLang="en-US" sz="3200" b="1" dirty="0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1CFCC08D-7F7C-70E2-149C-4DF8AA416140}"/>
                </a:ext>
              </a:extLst>
            </p:cNvPr>
            <p:cNvSpPr/>
            <p:nvPr/>
          </p:nvSpPr>
          <p:spPr>
            <a:xfrm>
              <a:off x="356372" y="4505854"/>
              <a:ext cx="1437645" cy="427927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 dirty="0"/>
                <a:t>②</a:t>
              </a: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F8090C8F-8391-1CE9-7199-F4C9606045DC}"/>
                </a:ext>
              </a:extLst>
            </p:cNvPr>
            <p:cNvSpPr/>
            <p:nvPr/>
          </p:nvSpPr>
          <p:spPr>
            <a:xfrm>
              <a:off x="308110" y="6049603"/>
              <a:ext cx="769845" cy="354031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3200" b="1" dirty="0"/>
                <a:t>③</a:t>
              </a:r>
              <a:endParaRPr kumimoji="1" lang="ja-JP" altLang="en-US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9950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4A493-8910-FE23-AC03-CEEB01B72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6645C0A-7CE6-D1BB-D5F7-C93E351B778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D3234235-B017-29B7-5F47-BBD4E21574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70CD13EF-EAA1-C415-60E9-071315F02C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85F4FD4-5225-07E7-48DD-F65E1A29A1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334E5CA-6079-5A4F-8596-932BEDDCF6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5A8A2CE-FAB9-2D78-F547-02114C7B71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F85EFBFF-FE91-CFF3-F85B-F70D26A6DD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11BD8B3A-50E6-F5A4-1CDE-4CB72A4729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31C734E-9998-ADFF-09F9-19302FF75FD8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5C1CB05-F861-D956-2B43-306D69D35665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A2D952-34DF-877B-F33C-F3B7F5415B0F}"/>
              </a:ext>
            </a:extLst>
          </p:cNvPr>
          <p:cNvSpPr txBox="1"/>
          <p:nvPr/>
        </p:nvSpPr>
        <p:spPr>
          <a:xfrm>
            <a:off x="1794017" y="1523604"/>
            <a:ext cx="6748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テクニック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: else if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C0F0CAF-A418-BD69-5D3D-09DEBF060D23}"/>
              </a:ext>
            </a:extLst>
          </p:cNvPr>
          <p:cNvSpPr txBox="1"/>
          <p:nvPr/>
        </p:nvSpPr>
        <p:spPr>
          <a:xfrm>
            <a:off x="5771491" y="2351782"/>
            <a:ext cx="568136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文を書き連ねても同義だが、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記述量が減らせるので紹介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26041B-223E-CA96-ABD9-E71BA4FC96CA}"/>
              </a:ext>
            </a:extLst>
          </p:cNvPr>
          <p:cNvSpPr txBox="1"/>
          <p:nvPr/>
        </p:nvSpPr>
        <p:spPr>
          <a:xfrm>
            <a:off x="962432" y="2858425"/>
            <a:ext cx="4461338" cy="3108543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ja-JP" altLang="en-US" sz="2800" b="1" dirty="0">
                <a:solidFill>
                  <a:schemeClr val="bg1"/>
                </a:solidFill>
                <a:latin typeface="+mn-ea"/>
                <a:cs typeface="Cascadia Code" panose="020B0609020000020004" pitchFamily="49" charset="0"/>
              </a:rPr>
              <a:t>条件式</a:t>
            </a:r>
            <a:r>
              <a:rPr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8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ja-JP" altLang="en-US" sz="2800" b="1" dirty="0">
                <a:solidFill>
                  <a:schemeClr val="bg1"/>
                </a:solidFill>
                <a:latin typeface="+mn-ea"/>
                <a:cs typeface="Cascadia Code" panose="020B0609020000020004" pitchFamily="49" charset="0"/>
              </a:rPr>
              <a:t>処理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  <a:p>
            <a:r>
              <a:rPr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ja-JP" altLang="en-US" sz="2800" b="1" dirty="0">
                <a:solidFill>
                  <a:schemeClr val="bg1"/>
                </a:solidFill>
                <a:latin typeface="+mn-ea"/>
                <a:cs typeface="Cascadia Code" panose="020B0609020000020004" pitchFamily="49" charset="0"/>
              </a:rPr>
              <a:t>条件式</a:t>
            </a:r>
            <a:r>
              <a:rPr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ja-JP" altLang="en-US" sz="2800" b="1" dirty="0">
                <a:solidFill>
                  <a:schemeClr val="bg1"/>
                </a:solidFill>
                <a:latin typeface="+mn-ea"/>
                <a:cs typeface="Cascadia Code" panose="020B0609020000020004" pitchFamily="49" charset="0"/>
              </a:rPr>
              <a:t>処理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en-US" altLang="ja-JP" sz="28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 </a:t>
            </a:r>
            <a:r>
              <a:rPr lang="en-US" altLang="ja-JP" sz="28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r>
              <a:rPr lang="en-US" altLang="ja-JP" sz="28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ja-JP" altLang="en-US" sz="2800" b="1" dirty="0">
                <a:solidFill>
                  <a:schemeClr val="bg1"/>
                </a:solidFill>
                <a:latin typeface="+mn-ea"/>
                <a:cs typeface="Cascadia Code" panose="020B0609020000020004" pitchFamily="49" charset="0"/>
              </a:rPr>
              <a:t>処理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en-US" altLang="ja-JP" sz="28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21" name="四角形: 1 つの角を切り取る 20">
            <a:extLst>
              <a:ext uri="{FF2B5EF4-FFF2-40B4-BE49-F238E27FC236}">
                <a16:creationId xmlns:a16="http://schemas.microsoft.com/office/drawing/2014/main" id="{792A6611-4DB8-0239-E7FE-29E61317BFA6}"/>
              </a:ext>
            </a:extLst>
          </p:cNvPr>
          <p:cNvSpPr/>
          <p:nvPr/>
        </p:nvSpPr>
        <p:spPr>
          <a:xfrm>
            <a:off x="962430" y="2421873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1E9092B-3E27-0F3F-528A-19BA92AA0FA3}"/>
              </a:ext>
            </a:extLst>
          </p:cNvPr>
          <p:cNvSpPr txBox="1"/>
          <p:nvPr/>
        </p:nvSpPr>
        <p:spPr>
          <a:xfrm>
            <a:off x="5753595" y="3575737"/>
            <a:ext cx="4758034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の場合、</a:t>
            </a:r>
            <a:endParaRPr lang="en-US" altLang="ja-JP" sz="3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が試される</a:t>
            </a:r>
            <a:endParaRPr lang="en-US" altLang="ja-JP" sz="3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も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の場合、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の実行となる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399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7D06C-F023-48FB-6B2B-3C66671ED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DE85652-CE0F-E3BC-1CF6-EECF89362D3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40F1E0A-F975-BA9D-9660-16EEA25E83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971D8924-DCEE-6EE1-B95A-14947F7250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3FB15BF2-9F4A-4163-C69F-EE04886920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65D55D7-09B5-0DFD-C162-DA469844B0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F7FE4DF-5723-D9EA-86A9-BE6764C9DF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B4D7EDDC-1483-571A-A383-EF02E58DFA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0376F59B-BCA0-6BF3-9264-96A008CB0F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9080A77-C481-1D62-5C68-01B2E0205BA2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2E4E0A-48E0-2762-21FF-435ECE93A00C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BA21793-874A-25B0-115E-957CBE3C466B}"/>
              </a:ext>
            </a:extLst>
          </p:cNvPr>
          <p:cNvSpPr txBox="1"/>
          <p:nvPr/>
        </p:nvSpPr>
        <p:spPr>
          <a:xfrm>
            <a:off x="1794017" y="1523604"/>
            <a:ext cx="71400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テクニック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 : 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論理演算子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68E203-DE92-4D0B-C62B-7424622090EB}"/>
              </a:ext>
            </a:extLst>
          </p:cNvPr>
          <p:cNvSpPr txBox="1"/>
          <p:nvPr/>
        </p:nvSpPr>
        <p:spPr>
          <a:xfrm>
            <a:off x="385377" y="2849547"/>
            <a:ext cx="8808463" cy="3477875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569CD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altLang="ja-JP" sz="2000" dirty="0">
                <a:solidFill>
                  <a:srgbClr val="9CDCF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000" i="0" u="none" strike="noStrike" dirty="0">
                <a:solidFill>
                  <a:srgbClr val="DADAD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i="0" u="none" strike="noStrike" dirty="0">
                <a:solidFill>
                  <a:schemeClr val="bg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i="0" u="none" strike="noStrike" dirty="0">
                <a:solidFill>
                  <a:srgbClr val="DADAD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i="0" u="none" strike="noStrike" dirty="0">
                <a:solidFill>
                  <a:srgbClr val="B5CEA8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50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その他の数でも試してみて</a:t>
            </a:r>
            <a:endParaRPr lang="en-US" altLang="ja-JP" sz="2000" b="1" dirty="0">
              <a:solidFill>
                <a:srgbClr val="498D55"/>
              </a:solidFill>
              <a:effectLst/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2000" b="1" dirty="0">
                <a:solidFill>
                  <a:srgbClr val="DADAD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5CEA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&amp;&amp;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5CEA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{</a:t>
            </a:r>
          </a:p>
          <a:p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“0 </a:t>
            </a:r>
            <a:r>
              <a:rPr lang="en-US" altLang="ja-JP" sz="2000" dirty="0">
                <a:solidFill>
                  <a:srgbClr val="DF8B59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 </a:t>
            </a:r>
            <a:r>
              <a:rPr lang="en-US" altLang="ja-JP" sz="2000" dirty="0">
                <a:solidFill>
                  <a:srgbClr val="DF8B59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100”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ja-JP" altLang="en-US" sz="2000" b="1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2000" b="1" dirty="0">
                <a:solidFill>
                  <a:srgbClr val="DADAD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5CEA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||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5CEA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{</a:t>
            </a:r>
          </a:p>
          <a:p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 &lt; 0 or 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 &gt; 100”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&lt;&lt;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2000" b="1" dirty="0">
                <a:solidFill>
                  <a:srgbClr val="DADAD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!</a:t>
            </a:r>
            <a:r>
              <a:rPr lang="en-US" altLang="ja-JP" sz="2000" dirty="0">
                <a:solidFill>
                  <a:srgbClr val="569CD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&gt; </a:t>
            </a:r>
            <a:r>
              <a:rPr lang="en-US" altLang="ja-JP" sz="2000" dirty="0">
                <a:solidFill>
                  <a:srgbClr val="B5CEA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altLang="ja-JP" sz="2000" dirty="0">
                <a:solidFill>
                  <a:srgbClr val="569CD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{</a:t>
            </a:r>
          </a:p>
          <a:p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 </a:t>
            </a:r>
            <a:r>
              <a:rPr lang="en-US" altLang="ja-JP" sz="2000" dirty="0">
                <a:solidFill>
                  <a:srgbClr val="DF8B59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100”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endParaRPr lang="ja-JP" altLang="en-US" sz="2000" b="1" dirty="0"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四角形: 1 つの角を切り取る 20">
            <a:extLst>
              <a:ext uri="{FF2B5EF4-FFF2-40B4-BE49-F238E27FC236}">
                <a16:creationId xmlns:a16="http://schemas.microsoft.com/office/drawing/2014/main" id="{64A94A70-1680-D2C3-2051-FA7E47CD0CDE}"/>
              </a:ext>
            </a:extLst>
          </p:cNvPr>
          <p:cNvSpPr/>
          <p:nvPr/>
        </p:nvSpPr>
        <p:spPr>
          <a:xfrm>
            <a:off x="385377" y="2412995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F27363F-9EBF-ED7A-6618-DE9A779E098B}"/>
              </a:ext>
            </a:extLst>
          </p:cNvPr>
          <p:cNvSpPr txBox="1"/>
          <p:nvPr/>
        </p:nvSpPr>
        <p:spPr>
          <a:xfrm>
            <a:off x="9193840" y="1302258"/>
            <a:ext cx="303801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and(&amp;&amp;),</a:t>
            </a:r>
          </a:p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or(||),</a:t>
            </a:r>
          </a:p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not(!)</a:t>
            </a: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を用いると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条件式が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きれいに書ける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A36CD8A2-D134-58D8-577A-1BF2A9E38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966" y="4391815"/>
            <a:ext cx="2361758" cy="210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5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6FFE2-B4E3-A7AA-C663-E4BB7536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6A8CB23-6BD7-7F16-17B0-5F7F14409BA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375080D-7D9B-66FA-B0A4-2A74D45ABC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413292B8-4D1F-A12B-F30C-9CFB8749F3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55159A4-9669-79B8-FC0B-2A4371BF95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8CFAB70-D0DB-5BA5-8988-AA1EDB6A68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7CCAEEE-CFFC-B30D-3A84-F1992B11CD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155724F9-A616-68DF-DD28-4811558BC7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167F4652-CBB7-CACA-38FD-9624BDD264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633B8E2-143F-A06E-C6F1-F982CA7D09E0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BE96DEA-D7A9-A594-B2FE-4FF6E6E2DFCA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7E678D8-2F55-EB89-04E8-473DAEF565AA}"/>
              </a:ext>
            </a:extLst>
          </p:cNvPr>
          <p:cNvSpPr txBox="1"/>
          <p:nvPr/>
        </p:nvSpPr>
        <p:spPr>
          <a:xfrm>
            <a:off x="1794017" y="1523604"/>
            <a:ext cx="5088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テクニック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 :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省略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1F058A-DB22-6554-C9C2-374BF7EC2E41}"/>
              </a:ext>
            </a:extLst>
          </p:cNvPr>
          <p:cNvSpPr txBox="1"/>
          <p:nvPr/>
        </p:nvSpPr>
        <p:spPr>
          <a:xfrm>
            <a:off x="385377" y="2849547"/>
            <a:ext cx="4923223" cy="3416320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  <a:endParaRPr lang="en-US" altLang="ja-JP" dirty="0">
              <a:solidFill>
                <a:srgbClr val="579ED8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 </a:t>
            </a:r>
          </a:p>
          <a:p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altLang="ja-JP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&lt;&lt;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 </a:t>
            </a:r>
          </a:p>
          <a:p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 </a:t>
            </a:r>
            <a:r>
              <a:rPr lang="en-US" altLang="ja-JP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↓</a:t>
            </a:r>
            <a:r>
              <a:rPr lang="ja-JP" altLang="en-US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同義</a:t>
            </a:r>
            <a:endParaRPr lang="en-US" altLang="ja-JP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altLang="ja-JP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&lt;&lt;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 </a:t>
            </a:r>
            <a:r>
              <a:rPr lang="en-US" altLang="ja-JP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21" name="四角形: 1 つの角を切り取る 20">
            <a:extLst>
              <a:ext uri="{FF2B5EF4-FFF2-40B4-BE49-F238E27FC236}">
                <a16:creationId xmlns:a16="http://schemas.microsoft.com/office/drawing/2014/main" id="{A1E400B2-1529-271C-3321-0A8F72376749}"/>
              </a:ext>
            </a:extLst>
          </p:cNvPr>
          <p:cNvSpPr/>
          <p:nvPr/>
        </p:nvSpPr>
        <p:spPr>
          <a:xfrm>
            <a:off x="385377" y="2412995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59E6543-7C29-4F4B-70AC-52A6F568B805}"/>
              </a:ext>
            </a:extLst>
          </p:cNvPr>
          <p:cNvSpPr txBox="1"/>
          <p:nvPr/>
        </p:nvSpPr>
        <p:spPr>
          <a:xfrm>
            <a:off x="5775326" y="2413806"/>
            <a:ext cx="612379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の中の処理が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つのみ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ならば、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を書かず、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条件式の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 )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の後ろに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半角スペースを空けることで、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処理を続けて書ける。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この後の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文や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文も同じ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11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8129-D2C4-CDD1-8B65-43F80F0C0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679913A-1832-D543-9ECA-2A28A424ABF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585C4A9D-6EC6-9382-9246-C1DAB19075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0A781643-B9FC-F8A8-F44A-9A3E9AAAE7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33BF062-F22E-E15E-5B08-D9EDEBEB94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C67ACE1-3F0C-267A-264B-EA56A20469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C57E409-BD83-CB27-EA62-9267CC0BA7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8CCF4D56-F3B7-265A-D6DC-D8FC56BACE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54F40ACD-2603-7CA7-CFA7-417792ED58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AE201A-53BF-779E-4622-8214D43406BE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13493D7-0EAE-2D02-0413-174FE021AADF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FFD8BE0-AB23-858E-272B-ADFF28BF91CC}"/>
              </a:ext>
            </a:extLst>
          </p:cNvPr>
          <p:cNvSpPr txBox="1"/>
          <p:nvPr/>
        </p:nvSpPr>
        <p:spPr>
          <a:xfrm>
            <a:off x="1794017" y="1523604"/>
            <a:ext cx="81980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テストの結果にコメントしよう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2A8405F-0F16-EA08-BCC2-C91DED7CEF23}"/>
              </a:ext>
            </a:extLst>
          </p:cNvPr>
          <p:cNvSpPr txBox="1"/>
          <p:nvPr/>
        </p:nvSpPr>
        <p:spPr>
          <a:xfrm>
            <a:off x="1698216" y="2725175"/>
            <a:ext cx="6149558" cy="3724096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8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score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8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sz="28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score</a:t>
            </a: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8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8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続きを書いてください</a:t>
            </a:r>
            <a:endParaRPr lang="en-US" altLang="ja-JP" sz="28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32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       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score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が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なら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”Excellent!“</a:t>
            </a:r>
          </a:p>
          <a:p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// score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が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以上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未満なら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”Good!“</a:t>
            </a:r>
          </a:p>
          <a:p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// score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が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未満なら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”Fight!!“</a:t>
            </a:r>
          </a:p>
          <a:p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と出力するコードを書いてください</a:t>
            </a:r>
            <a:endParaRPr lang="en-US" altLang="ja-JP" sz="2000" dirty="0">
              <a:solidFill>
                <a:srgbClr val="498D5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8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23" name="四角形: 1 つの角を切り取る 22">
            <a:extLst>
              <a:ext uri="{FF2B5EF4-FFF2-40B4-BE49-F238E27FC236}">
                <a16:creationId xmlns:a16="http://schemas.microsoft.com/office/drawing/2014/main" id="{9F173469-05A0-D18C-FBB2-0CBE873AC308}"/>
              </a:ext>
            </a:extLst>
          </p:cNvPr>
          <p:cNvSpPr/>
          <p:nvPr/>
        </p:nvSpPr>
        <p:spPr>
          <a:xfrm>
            <a:off x="1698216" y="2288623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1CDAC8-74F1-3657-0F9A-D6BD622C4D32}"/>
              </a:ext>
            </a:extLst>
          </p:cNvPr>
          <p:cNvSpPr txBox="1"/>
          <p:nvPr/>
        </p:nvSpPr>
        <p:spPr>
          <a:xfrm>
            <a:off x="8048320" y="3429000"/>
            <a:ext cx="38875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入力された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score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≦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score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≦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100</a:t>
            </a: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を満たすとする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48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95416-2F74-E394-F656-9D1F14348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1848B35-7EAE-3FA3-49DE-53B77D0BA4E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6396C2E-F160-3A8D-45B5-96B6C612CE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83C2DFF-6A96-5CC5-B356-ABE5B65105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5D308D0-94D6-62EB-3335-51C84BC941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DA624AD-11F5-8D6C-0B85-6767193F44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7FB337F-4031-7250-9CFD-B80DCEC441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A0D43B4C-4A46-226F-AFB9-3F5960DD0B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BE1F97B8-A17D-E050-316D-479BA21AF2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89BAC10-3908-7D06-0156-7F34CE51F4C9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436A467-CE33-DEC9-C175-8324D89D11D4}"/>
              </a:ext>
            </a:extLst>
          </p:cNvPr>
          <p:cNvSpPr txBox="1"/>
          <p:nvPr/>
        </p:nvSpPr>
        <p:spPr>
          <a:xfrm>
            <a:off x="2661739" y="201920"/>
            <a:ext cx="51860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if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DEDF67C-D2DF-AA8F-7EB2-B8782E226526}"/>
              </a:ext>
            </a:extLst>
          </p:cNvPr>
          <p:cNvSpPr txBox="1"/>
          <p:nvPr/>
        </p:nvSpPr>
        <p:spPr>
          <a:xfrm>
            <a:off x="1794017" y="1523604"/>
            <a:ext cx="81980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テストの結果にコメントしよう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D61E7D9-82A8-3EC1-FA95-DC74A28C5C75}"/>
              </a:ext>
            </a:extLst>
          </p:cNvPr>
          <p:cNvSpPr txBox="1"/>
          <p:nvPr/>
        </p:nvSpPr>
        <p:spPr>
          <a:xfrm>
            <a:off x="1698216" y="2692019"/>
            <a:ext cx="5272210" cy="3693319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score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score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以下続き</a:t>
            </a:r>
            <a:r>
              <a:rPr lang="en-US" altLang="ja-JP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        </a:t>
            </a:r>
          </a:p>
          <a:p>
            <a:r>
              <a:rPr lang="en-US" altLang="ja-JP" b="1" dirty="0">
                <a:solidFill>
                  <a:srgbClr val="498D5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score 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“Excellent!”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score </a:t>
            </a:r>
            <a:r>
              <a:rPr lang="en-US" altLang="ja-JP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50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“Good!”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 </a:t>
            </a:r>
            <a:r>
              <a:rPr lang="en-US" altLang="ja-JP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r>
              <a:rPr lang="en-US" altLang="ja-JP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“Fight!!”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  <a:p>
            <a:endParaRPr lang="en-US" altLang="ja-JP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23" name="四角形: 1 つの角を切り取る 22">
            <a:extLst>
              <a:ext uri="{FF2B5EF4-FFF2-40B4-BE49-F238E27FC236}">
                <a16:creationId xmlns:a16="http://schemas.microsoft.com/office/drawing/2014/main" id="{8297C86C-1A28-00E0-F8D1-F34EFB87C6C1}"/>
              </a:ext>
            </a:extLst>
          </p:cNvPr>
          <p:cNvSpPr/>
          <p:nvPr/>
        </p:nvSpPr>
        <p:spPr>
          <a:xfrm>
            <a:off x="1698217" y="225546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C824CF-93D5-16CB-083B-3CF0EA66D505}"/>
              </a:ext>
            </a:extLst>
          </p:cNvPr>
          <p:cNvSpPr txBox="1"/>
          <p:nvPr/>
        </p:nvSpPr>
        <p:spPr>
          <a:xfrm>
            <a:off x="7124746" y="2846440"/>
            <a:ext cx="4565673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and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を用いて条件式を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丁寧に再現してもよい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左のコードは条件式を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できるだけ短くしている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090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4C80-5432-EEC1-0626-A37A2EB3F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6705A59-C4D3-F1EE-71F9-C8283B6F26D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C3A79F6-F511-44EE-7FB8-7B780925DE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0C8826F7-F0C8-2309-43F6-A6271A31D7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041479B-5F30-B623-B17C-80626BC235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EA82A9BE-10CF-BA0C-5473-7969BACBEE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7C68D9D-6488-1822-3577-9DE990997B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3DABB3CB-42EC-CDB0-CFDA-AD77FDAF21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C6046A0F-7E06-2272-FACD-15DE3CF3CA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740E6C2-A222-2937-B112-30D796503C95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7A12D71-FA00-836F-D296-91EE3FB6AFDF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BA2D37-D58B-0A71-30D0-A77B3A3A23A5}"/>
              </a:ext>
            </a:extLst>
          </p:cNvPr>
          <p:cNvSpPr txBox="1"/>
          <p:nvPr/>
        </p:nvSpPr>
        <p:spPr>
          <a:xfrm>
            <a:off x="1794017" y="1523604"/>
            <a:ext cx="68018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繰り返しの処理について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フローチャート: 判断 14">
            <a:extLst>
              <a:ext uri="{FF2B5EF4-FFF2-40B4-BE49-F238E27FC236}">
                <a16:creationId xmlns:a16="http://schemas.microsoft.com/office/drawing/2014/main" id="{09BAC503-8932-FD66-8CD4-F4A2FFFA084A}"/>
              </a:ext>
            </a:extLst>
          </p:cNvPr>
          <p:cNvSpPr/>
          <p:nvPr/>
        </p:nvSpPr>
        <p:spPr>
          <a:xfrm>
            <a:off x="1341674" y="3740995"/>
            <a:ext cx="2482199" cy="1270312"/>
          </a:xfrm>
          <a:prstGeom prst="flowChartDecision">
            <a:avLst/>
          </a:prstGeom>
          <a:solidFill>
            <a:srgbClr val="2E666C"/>
          </a:solidFill>
          <a:ln>
            <a:solidFill>
              <a:srgbClr val="81C2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</a:t>
            </a:r>
            <a:endParaRPr kumimoji="1" lang="ja-JP" altLang="en-US" sz="28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平行四辺形 19">
            <a:extLst>
              <a:ext uri="{FF2B5EF4-FFF2-40B4-BE49-F238E27FC236}">
                <a16:creationId xmlns:a16="http://schemas.microsoft.com/office/drawing/2014/main" id="{4D4D9DCA-1851-6D3C-6C29-2DB5F620A485}"/>
              </a:ext>
            </a:extLst>
          </p:cNvPr>
          <p:cNvSpPr/>
          <p:nvPr/>
        </p:nvSpPr>
        <p:spPr>
          <a:xfrm>
            <a:off x="5776211" y="3880401"/>
            <a:ext cx="2149824" cy="1076051"/>
          </a:xfrm>
          <a:prstGeom prst="parallelogram">
            <a:avLst/>
          </a:prstGeom>
          <a:solidFill>
            <a:srgbClr val="61B2BB"/>
          </a:solidFill>
          <a:ln>
            <a:solidFill>
              <a:srgbClr val="81C2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  <a:r>
              <a:rPr lang="en-US" altLang="ja-JP" sz="28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28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F706CB23-A497-B62D-6E6A-D4B7E2005F0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823873" y="4376151"/>
            <a:ext cx="212425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平行四辺形 43">
            <a:extLst>
              <a:ext uri="{FF2B5EF4-FFF2-40B4-BE49-F238E27FC236}">
                <a16:creationId xmlns:a16="http://schemas.microsoft.com/office/drawing/2014/main" id="{A5AEE723-5727-B0E2-66A2-A475D6765E94}"/>
              </a:ext>
            </a:extLst>
          </p:cNvPr>
          <p:cNvSpPr/>
          <p:nvPr/>
        </p:nvSpPr>
        <p:spPr>
          <a:xfrm>
            <a:off x="8256057" y="3908494"/>
            <a:ext cx="2149824" cy="1076051"/>
          </a:xfrm>
          <a:prstGeom prst="parallelogram">
            <a:avLst/>
          </a:prstGeom>
          <a:solidFill>
            <a:srgbClr val="61B2BB"/>
          </a:solidFill>
          <a:ln>
            <a:solidFill>
              <a:srgbClr val="81C2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続きの</a:t>
            </a:r>
            <a:endParaRPr kumimoji="1" lang="en-US" altLang="ja-JP" sz="28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28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  <a:endParaRPr kumimoji="1" lang="ja-JP" altLang="en-US" sz="28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75844E5E-BBCD-4DE6-A0DD-98A1F57BFE82}"/>
              </a:ext>
            </a:extLst>
          </p:cNvPr>
          <p:cNvCxnSpPr>
            <a:stCxn id="15" idx="0"/>
            <a:endCxn id="44" idx="1"/>
          </p:cNvCxnSpPr>
          <p:nvPr/>
        </p:nvCxnSpPr>
        <p:spPr>
          <a:xfrm rot="16200000" flipH="1">
            <a:off x="5940374" y="383394"/>
            <a:ext cx="167499" cy="6882701"/>
          </a:xfrm>
          <a:prstGeom prst="bentConnector3">
            <a:avLst>
              <a:gd name="adj1" fmla="val -409435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0E7A9005-266A-DB3C-6C6C-F311621A2D65}"/>
              </a:ext>
            </a:extLst>
          </p:cNvPr>
          <p:cNvSpPr/>
          <p:nvPr/>
        </p:nvSpPr>
        <p:spPr>
          <a:xfrm>
            <a:off x="5180383" y="2689832"/>
            <a:ext cx="1479961" cy="635153"/>
          </a:xfrm>
          <a:prstGeom prst="roundRect">
            <a:avLst>
              <a:gd name="adj" fmla="val 12337"/>
            </a:avLst>
          </a:prstGeom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endParaRPr kumimoji="1" lang="ja-JP" altLang="en-US" sz="32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45EAD39B-3C0A-301A-F5EA-F44F712C58DF}"/>
              </a:ext>
            </a:extLst>
          </p:cNvPr>
          <p:cNvSpPr/>
          <p:nvPr/>
        </p:nvSpPr>
        <p:spPr>
          <a:xfrm>
            <a:off x="4077093" y="4022208"/>
            <a:ext cx="1445898" cy="635153"/>
          </a:xfrm>
          <a:prstGeom prst="roundRect">
            <a:avLst>
              <a:gd name="adj" fmla="val 12337"/>
            </a:avLst>
          </a:prstGeom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True</a:t>
            </a:r>
            <a:endParaRPr kumimoji="1" lang="ja-JP" altLang="en-US" sz="3200" b="1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3DE183F-39BB-92AB-8FF5-FC616AAD0D6A}"/>
              </a:ext>
            </a:extLst>
          </p:cNvPr>
          <p:cNvCxnSpPr>
            <a:cxnSpLocks/>
            <a:stCxn id="20" idx="4"/>
            <a:endCxn id="15" idx="2"/>
          </p:cNvCxnSpPr>
          <p:nvPr/>
        </p:nvCxnSpPr>
        <p:spPr>
          <a:xfrm rot="5400000">
            <a:off x="4689522" y="2849705"/>
            <a:ext cx="54855" cy="4268349"/>
          </a:xfrm>
          <a:prstGeom prst="bentConnector3">
            <a:avLst>
              <a:gd name="adj1" fmla="val 1290672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48A74758-AA81-1465-B804-D3A1A3C2FD5A}"/>
              </a:ext>
            </a:extLst>
          </p:cNvPr>
          <p:cNvCxnSpPr>
            <a:cxnSpLocks/>
          </p:cNvCxnSpPr>
          <p:nvPr/>
        </p:nvCxnSpPr>
        <p:spPr>
          <a:xfrm>
            <a:off x="-782576" y="4348604"/>
            <a:ext cx="212425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E521BB96-92C4-FCAB-E66E-E80FAF03E35C}"/>
              </a:ext>
            </a:extLst>
          </p:cNvPr>
          <p:cNvCxnSpPr>
            <a:cxnSpLocks/>
          </p:cNvCxnSpPr>
          <p:nvPr/>
        </p:nvCxnSpPr>
        <p:spPr>
          <a:xfrm>
            <a:off x="10279013" y="4446519"/>
            <a:ext cx="148844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36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EB9F0-083B-80D7-57FE-123B7DEF4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16167C0-E037-30E5-6D20-94C33AD8DCC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08C1D302-81E9-70FC-68D4-6A825FF619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588D4F7B-6C19-1F0D-8ECA-3FA7E12E17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4E11606-EC57-2618-7347-4A4F6D28B5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5D74937-D21B-A187-D209-224F8CD8B3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5A037C5-BB5E-633F-897D-D2B2ACFCD1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B10143F3-FC4C-0B10-ED1D-B97B60FB58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CC48B042-9423-DA57-BCD6-5246FC1955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81D60FB-29CA-21B8-5140-6BD352964FDB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031241D-15FC-33F5-F9F7-0506130D2382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B05458-366B-4D63-4742-800D9784FB88}"/>
              </a:ext>
            </a:extLst>
          </p:cNvPr>
          <p:cNvSpPr txBox="1"/>
          <p:nvPr/>
        </p:nvSpPr>
        <p:spPr>
          <a:xfrm>
            <a:off x="1794017" y="1523604"/>
            <a:ext cx="68018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繰り返しの処理について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A09FCB5-5FD4-4D45-A564-8CADAAC85801}"/>
              </a:ext>
            </a:extLst>
          </p:cNvPr>
          <p:cNvGrpSpPr/>
          <p:nvPr/>
        </p:nvGrpSpPr>
        <p:grpSpPr>
          <a:xfrm>
            <a:off x="-1478055" y="2689832"/>
            <a:ext cx="13185839" cy="2321475"/>
            <a:chOff x="-1478055" y="2689832"/>
            <a:chExt cx="13185839" cy="2321475"/>
          </a:xfrm>
        </p:grpSpPr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65BB704A-E1F6-6735-72BB-BBE4F22693DD}"/>
                </a:ext>
              </a:extLst>
            </p:cNvPr>
            <p:cNvCxnSpPr>
              <a:cxnSpLocks/>
            </p:cNvCxnSpPr>
            <p:nvPr/>
          </p:nvCxnSpPr>
          <p:spPr>
            <a:xfrm>
              <a:off x="-1478055" y="4348604"/>
              <a:ext cx="212425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B7A6C8C6-8FCF-EA63-106C-FAB4A82E12C4}"/>
                </a:ext>
              </a:extLst>
            </p:cNvPr>
            <p:cNvGrpSpPr/>
            <p:nvPr/>
          </p:nvGrpSpPr>
          <p:grpSpPr>
            <a:xfrm>
              <a:off x="646195" y="2689832"/>
              <a:ext cx="11061589" cy="2321475"/>
              <a:chOff x="646195" y="2689832"/>
              <a:chExt cx="11061589" cy="2321475"/>
            </a:xfrm>
          </p:grpSpPr>
          <p:sp>
            <p:nvSpPr>
              <p:cNvPr id="15" name="フローチャート: 判断 14">
                <a:extLst>
                  <a:ext uri="{FF2B5EF4-FFF2-40B4-BE49-F238E27FC236}">
                    <a16:creationId xmlns:a16="http://schemas.microsoft.com/office/drawing/2014/main" id="{AEA49927-BDA7-A911-4EB6-46A1E457488B}"/>
                  </a:ext>
                </a:extLst>
              </p:cNvPr>
              <p:cNvSpPr/>
              <p:nvPr/>
            </p:nvSpPr>
            <p:spPr>
              <a:xfrm>
                <a:off x="646195" y="3740995"/>
                <a:ext cx="2482199" cy="1270312"/>
              </a:xfrm>
              <a:prstGeom prst="flowChartDecision">
                <a:avLst/>
              </a:prstGeom>
              <a:solidFill>
                <a:srgbClr val="2E666C"/>
              </a:solidFill>
              <a:ln>
                <a:solidFill>
                  <a:srgbClr val="81C2C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2800" b="1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条件</a:t>
                </a:r>
                <a:endParaRPr kumimoji="1" lang="ja-JP" altLang="en-US" sz="2800" b="1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0" name="平行四辺形 19">
                <a:extLst>
                  <a:ext uri="{FF2B5EF4-FFF2-40B4-BE49-F238E27FC236}">
                    <a16:creationId xmlns:a16="http://schemas.microsoft.com/office/drawing/2014/main" id="{E419A8F0-B7CC-B698-942C-5761A3C6733A}"/>
                  </a:ext>
                </a:extLst>
              </p:cNvPr>
              <p:cNvSpPr/>
              <p:nvPr/>
            </p:nvSpPr>
            <p:spPr>
              <a:xfrm>
                <a:off x="5080732" y="3880401"/>
                <a:ext cx="2149824" cy="1076051"/>
              </a:xfrm>
              <a:prstGeom prst="parallelogram">
                <a:avLst/>
              </a:prstGeom>
              <a:solidFill>
                <a:srgbClr val="61B2BB"/>
              </a:solidFill>
              <a:ln>
                <a:solidFill>
                  <a:srgbClr val="81C2C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2800" b="1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処理</a:t>
                </a:r>
                <a:r>
                  <a:rPr lang="en-US" altLang="ja-JP" sz="2800" b="1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endParaRPr kumimoji="1" lang="ja-JP" altLang="en-US" sz="2800" b="1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40" name="直線矢印コネクタ 39">
                <a:extLst>
                  <a:ext uri="{FF2B5EF4-FFF2-40B4-BE49-F238E27FC236}">
                    <a16:creationId xmlns:a16="http://schemas.microsoft.com/office/drawing/2014/main" id="{54FC5E13-1C5C-ECD5-8F6E-DE55215A0ECB}"/>
                  </a:ext>
                </a:extLst>
              </p:cNvPr>
              <p:cNvCxnSpPr>
                <a:cxnSpLocks/>
                <a:stCxn id="15" idx="3"/>
              </p:cNvCxnSpPr>
              <p:nvPr/>
            </p:nvCxnSpPr>
            <p:spPr>
              <a:xfrm>
                <a:off x="3128394" y="4376151"/>
                <a:ext cx="2124250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平行四辺形 43">
                <a:extLst>
                  <a:ext uri="{FF2B5EF4-FFF2-40B4-BE49-F238E27FC236}">
                    <a16:creationId xmlns:a16="http://schemas.microsoft.com/office/drawing/2014/main" id="{9C76F3F1-B0F6-2703-2FF0-812171E6FADF}"/>
                  </a:ext>
                </a:extLst>
              </p:cNvPr>
              <p:cNvSpPr/>
              <p:nvPr/>
            </p:nvSpPr>
            <p:spPr>
              <a:xfrm>
                <a:off x="7560578" y="3908494"/>
                <a:ext cx="2149824" cy="1076051"/>
              </a:xfrm>
              <a:prstGeom prst="parallelogram">
                <a:avLst/>
              </a:prstGeom>
              <a:solidFill>
                <a:srgbClr val="61B2BB"/>
              </a:solidFill>
              <a:ln>
                <a:solidFill>
                  <a:srgbClr val="81C2C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 b="1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続きの</a:t>
                </a:r>
                <a:endParaRPr kumimoji="1" lang="en-US" altLang="ja-JP" sz="2800" b="1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lang="ja-JP" altLang="en-US" sz="2800" b="1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処理</a:t>
                </a:r>
                <a:endParaRPr kumimoji="1" lang="ja-JP" altLang="en-US" sz="2800" b="1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46" name="コネクタ: カギ線 45">
                <a:extLst>
                  <a:ext uri="{FF2B5EF4-FFF2-40B4-BE49-F238E27FC236}">
                    <a16:creationId xmlns:a16="http://schemas.microsoft.com/office/drawing/2014/main" id="{19E219ED-48C9-362B-9B75-0A647EA9F4DB}"/>
                  </a:ext>
                </a:extLst>
              </p:cNvPr>
              <p:cNvCxnSpPr>
                <a:stCxn id="15" idx="0"/>
                <a:endCxn id="44" idx="1"/>
              </p:cNvCxnSpPr>
              <p:nvPr/>
            </p:nvCxnSpPr>
            <p:spPr>
              <a:xfrm rot="16200000" flipH="1">
                <a:off x="5244895" y="383394"/>
                <a:ext cx="167499" cy="6882701"/>
              </a:xfrm>
              <a:prstGeom prst="bentConnector3">
                <a:avLst>
                  <a:gd name="adj1" fmla="val -429548"/>
                </a:avLst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四角形: 角を丸くする 48">
                <a:extLst>
                  <a:ext uri="{FF2B5EF4-FFF2-40B4-BE49-F238E27FC236}">
                    <a16:creationId xmlns:a16="http://schemas.microsoft.com/office/drawing/2014/main" id="{0E137DB4-085E-DFB0-88A1-9881536D473C}"/>
                  </a:ext>
                </a:extLst>
              </p:cNvPr>
              <p:cNvSpPr/>
              <p:nvPr/>
            </p:nvSpPr>
            <p:spPr>
              <a:xfrm>
                <a:off x="4484903" y="2689832"/>
                <a:ext cx="1532719" cy="635153"/>
              </a:xfrm>
              <a:prstGeom prst="roundRect">
                <a:avLst>
                  <a:gd name="adj" fmla="val 12337"/>
                </a:avLst>
              </a:prstGeom>
              <a:ln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200" b="1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False</a:t>
                </a:r>
                <a:endParaRPr kumimoji="1" lang="ja-JP" altLang="en-US" sz="3200" b="1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50" name="四角形: 角を丸くする 49">
                <a:extLst>
                  <a:ext uri="{FF2B5EF4-FFF2-40B4-BE49-F238E27FC236}">
                    <a16:creationId xmlns:a16="http://schemas.microsoft.com/office/drawing/2014/main" id="{D61FB069-A341-CC64-C889-0841DC58F38E}"/>
                  </a:ext>
                </a:extLst>
              </p:cNvPr>
              <p:cNvSpPr/>
              <p:nvPr/>
            </p:nvSpPr>
            <p:spPr>
              <a:xfrm>
                <a:off x="3381614" y="4022208"/>
                <a:ext cx="1445898" cy="635153"/>
              </a:xfrm>
              <a:prstGeom prst="roundRect">
                <a:avLst>
                  <a:gd name="adj" fmla="val 12337"/>
                </a:avLst>
              </a:prstGeom>
              <a:ln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3200" b="1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True</a:t>
                </a:r>
                <a:endParaRPr kumimoji="1" lang="ja-JP" altLang="en-US" sz="3200" b="1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52" name="コネクタ: カギ線 51">
                <a:extLst>
                  <a:ext uri="{FF2B5EF4-FFF2-40B4-BE49-F238E27FC236}">
                    <a16:creationId xmlns:a16="http://schemas.microsoft.com/office/drawing/2014/main" id="{CF4E392B-1342-0FB6-EFF9-44A4BEDDD0ED}"/>
                  </a:ext>
                </a:extLst>
              </p:cNvPr>
              <p:cNvCxnSpPr>
                <a:cxnSpLocks/>
                <a:stCxn id="20" idx="4"/>
                <a:endCxn id="15" idx="2"/>
              </p:cNvCxnSpPr>
              <p:nvPr/>
            </p:nvCxnSpPr>
            <p:spPr>
              <a:xfrm rot="5400000">
                <a:off x="3994043" y="2849705"/>
                <a:ext cx="54855" cy="4268349"/>
              </a:xfrm>
              <a:prstGeom prst="bentConnector3">
                <a:avLst>
                  <a:gd name="adj1" fmla="val 1657273"/>
                </a:avLst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矢印コネクタ 57">
                <a:extLst>
                  <a:ext uri="{FF2B5EF4-FFF2-40B4-BE49-F238E27FC236}">
                    <a16:creationId xmlns:a16="http://schemas.microsoft.com/office/drawing/2014/main" id="{90502932-BC0E-B235-D295-97D11F527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83534" y="4446519"/>
                <a:ext cx="2124250" cy="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7B6E2E01-D796-2A55-E731-12DFF74BB1F8}"/>
              </a:ext>
            </a:extLst>
          </p:cNvPr>
          <p:cNvGrpSpPr/>
          <p:nvPr/>
        </p:nvGrpSpPr>
        <p:grpSpPr>
          <a:xfrm>
            <a:off x="-714898" y="1629283"/>
            <a:ext cx="22039204" cy="4335870"/>
            <a:chOff x="-1099424" y="1725973"/>
            <a:chExt cx="22039204" cy="4335870"/>
          </a:xfrm>
          <a:solidFill>
            <a:srgbClr val="FFFFFF">
              <a:alpha val="85098"/>
            </a:srgbClr>
          </a:solidFill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9B4B553-2416-14FE-9636-07251254C99B}"/>
                </a:ext>
              </a:extLst>
            </p:cNvPr>
            <p:cNvSpPr/>
            <p:nvPr/>
          </p:nvSpPr>
          <p:spPr>
            <a:xfrm>
              <a:off x="-1099424" y="2509396"/>
              <a:ext cx="11019602" cy="35524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6D5DDB68-4167-D890-008A-FD17385AA50E}"/>
                </a:ext>
              </a:extLst>
            </p:cNvPr>
            <p:cNvSpPr/>
            <p:nvPr/>
          </p:nvSpPr>
          <p:spPr>
            <a:xfrm>
              <a:off x="9920178" y="1725973"/>
              <a:ext cx="11019602" cy="35524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F3B80B8-D526-9B59-F5F3-FECDB6D55858}"/>
              </a:ext>
            </a:extLst>
          </p:cNvPr>
          <p:cNvSpPr txBox="1"/>
          <p:nvPr/>
        </p:nvSpPr>
        <p:spPr>
          <a:xfrm>
            <a:off x="829173" y="2897001"/>
            <a:ext cx="1053365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つまり、</a:t>
            </a:r>
            <a:endParaRPr lang="en-US" altLang="ja-JP" sz="60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6000" b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条件が満たされる間、繰り返す</a:t>
            </a:r>
            <a:endParaRPr lang="en-US" altLang="ja-JP" sz="6000" b="1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318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169A-72C2-E263-C289-7FBD930B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FBE3B28-9889-B8F1-8B4A-6CDC3A850E4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2BA5D86D-3E9F-E289-5933-A117D6ED81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ACF3D92F-AC15-B260-EDB6-3741925987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B965DF1-E13A-D918-4400-40B81E8023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F60B8C2-24A0-A045-9721-F1B0DD6E83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AE18136-B233-5606-2FE5-15FE8237DF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9AE36448-841F-A917-ABB0-0E5F5FB51A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BCC9A79-C608-B7C7-2139-29A9334B00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3C4DA4-BCD4-BDF0-6C36-2177333F5084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42276B3-21E1-D529-5BFF-DC7FE1FA309A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697FD4E-3329-C4C2-5F46-F5AD3E8044F2}"/>
              </a:ext>
            </a:extLst>
          </p:cNvPr>
          <p:cNvSpPr txBox="1"/>
          <p:nvPr/>
        </p:nvSpPr>
        <p:spPr>
          <a:xfrm>
            <a:off x="1794017" y="1523604"/>
            <a:ext cx="9773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繰り返し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(while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を使ってみよう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B9567B-BF6E-75E5-0B39-74315C9DDB6C}"/>
              </a:ext>
            </a:extLst>
          </p:cNvPr>
          <p:cNvSpPr txBox="1"/>
          <p:nvPr/>
        </p:nvSpPr>
        <p:spPr>
          <a:xfrm>
            <a:off x="393050" y="2976974"/>
            <a:ext cx="6196104" cy="2677656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22" name="四角形: 1 つの角を切り取る 21">
            <a:extLst>
              <a:ext uri="{FF2B5EF4-FFF2-40B4-BE49-F238E27FC236}">
                <a16:creationId xmlns:a16="http://schemas.microsoft.com/office/drawing/2014/main" id="{57D3F3CF-88ED-3CB9-ABFF-F539B1773F0A}"/>
              </a:ext>
            </a:extLst>
          </p:cNvPr>
          <p:cNvSpPr/>
          <p:nvPr/>
        </p:nvSpPr>
        <p:spPr>
          <a:xfrm>
            <a:off x="393051" y="2540422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AB94726-8095-B329-3E68-1BAA1F545E5A}"/>
              </a:ext>
            </a:extLst>
          </p:cNvPr>
          <p:cNvSpPr txBox="1"/>
          <p:nvPr/>
        </p:nvSpPr>
        <p:spPr>
          <a:xfrm>
            <a:off x="6681321" y="2893073"/>
            <a:ext cx="2269319" cy="31700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0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1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3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4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5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6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7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8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9</a:t>
            </a:r>
            <a:endParaRPr lang="en-US" altLang="ja-JP" sz="20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4" name="四角形: 1 つの角を切り取る 23">
            <a:extLst>
              <a:ext uri="{FF2B5EF4-FFF2-40B4-BE49-F238E27FC236}">
                <a16:creationId xmlns:a16="http://schemas.microsoft.com/office/drawing/2014/main" id="{536A7D9D-0D68-4C7B-5AA3-986AEBD6283C}"/>
              </a:ext>
            </a:extLst>
          </p:cNvPr>
          <p:cNvSpPr/>
          <p:nvPr/>
        </p:nvSpPr>
        <p:spPr>
          <a:xfrm>
            <a:off x="6681321" y="247400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854524C-D341-8F6C-EF6A-749CBF6564EE}"/>
              </a:ext>
            </a:extLst>
          </p:cNvPr>
          <p:cNvSpPr txBox="1"/>
          <p:nvPr/>
        </p:nvSpPr>
        <p:spPr>
          <a:xfrm>
            <a:off x="9104252" y="3112639"/>
            <a:ext cx="338422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+=1 </a:t>
            </a:r>
            <a:r>
              <a:rPr lang="ja-JP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Cascadia Code" panose="020B0609020000020004" pitchFamily="49" charset="0"/>
              </a:rPr>
              <a:t>でも良いが、</a:t>
            </a:r>
            <a:r>
              <a:rPr lang="en-US" altLang="ja-JP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</a:t>
            </a:r>
            <a:r>
              <a:rPr lang="ja-JP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Cascadia Code" panose="020B0609020000020004" pitchFamily="49" charset="0"/>
              </a:rPr>
              <a:t>文やこの後</a:t>
            </a:r>
            <a:endParaRPr lang="en-US" altLang="ja-JP" sz="2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ja-JP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Cascadia Code" panose="020B0609020000020004" pitchFamily="49" charset="0"/>
              </a:rPr>
              <a:t>の</a:t>
            </a:r>
            <a:r>
              <a:rPr lang="en-US" altLang="ja-JP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ja-JP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Cascadia Code" panose="020B0609020000020004" pitchFamily="49" charset="0"/>
              </a:rPr>
              <a:t>文では</a:t>
            </a:r>
            <a:endParaRPr lang="en-US" altLang="ja-JP" sz="2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 </a:t>
            </a:r>
            <a:r>
              <a:rPr lang="ja-JP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Cascadia Code" panose="020B0609020000020004" pitchFamily="49" charset="0"/>
              </a:rPr>
              <a:t>の方が多い</a:t>
            </a:r>
            <a:endParaRPr lang="en-US" altLang="ja-JP" sz="2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ja-JP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Cascadia Code" panose="020B0609020000020004" pitchFamily="49" charset="0"/>
              </a:rPr>
              <a:t>（見やすさのため）</a:t>
            </a:r>
            <a:endParaRPr lang="en-US" altLang="ja-JP" sz="2600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03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1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ED245-E07E-A467-F9CE-20F0C03F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90F8FBB-C5A7-4146-E4E4-AF48C8D34E38}"/>
              </a:ext>
            </a:extLst>
          </p:cNvPr>
          <p:cNvSpPr txBox="1"/>
          <p:nvPr/>
        </p:nvSpPr>
        <p:spPr>
          <a:xfrm>
            <a:off x="251532" y="2976974"/>
            <a:ext cx="4102750" cy="1938992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++;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20" name="四角形: 1 つの角を切り取る 19">
            <a:extLst>
              <a:ext uri="{FF2B5EF4-FFF2-40B4-BE49-F238E27FC236}">
                <a16:creationId xmlns:a16="http://schemas.microsoft.com/office/drawing/2014/main" id="{7AAB284B-0F53-759E-B277-0F4F8E2D8198}"/>
              </a:ext>
            </a:extLst>
          </p:cNvPr>
          <p:cNvSpPr/>
          <p:nvPr/>
        </p:nvSpPr>
        <p:spPr>
          <a:xfrm>
            <a:off x="251533" y="2540422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EA7B082-04B4-E491-A466-7B42B791EFC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D8939BB2-DB99-EC88-91A8-147AF3ACCF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6BE96114-82A7-1ABC-EABA-84A1D52C6E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A9479E3-BA67-2FB0-59FF-1167540E83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D9DA724-8F99-76C8-943D-D589C58BD0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D3DEEB8-4FC7-B667-0F3F-AC18392A63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0E16EF5D-24B5-B4F6-D725-8C1DB830A4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BF30BD41-9B84-0A67-5D20-B23895F82C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0BF0E13-F6EF-68BB-12F9-8C6E91275A7C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D907C8-B9E5-C1C7-63D0-1BAE256BED9F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D9BE867-89BB-7973-DE5E-37D019FB473C}"/>
              </a:ext>
            </a:extLst>
          </p:cNvPr>
          <p:cNvSpPr txBox="1"/>
          <p:nvPr/>
        </p:nvSpPr>
        <p:spPr>
          <a:xfrm>
            <a:off x="1794017" y="1523604"/>
            <a:ext cx="69381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の仕組みについて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47410F2-A1C8-A3DC-25E8-648C59429109}"/>
              </a:ext>
            </a:extLst>
          </p:cNvPr>
          <p:cNvSpPr txBox="1"/>
          <p:nvPr/>
        </p:nvSpPr>
        <p:spPr>
          <a:xfrm>
            <a:off x="4523277" y="2890355"/>
            <a:ext cx="1963767" cy="31700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0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1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3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4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5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6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7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8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9</a:t>
            </a:r>
            <a:endParaRPr lang="en-US" altLang="ja-JP" sz="20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4" name="四角形: 1 つの角を切り取る 23">
            <a:extLst>
              <a:ext uri="{FF2B5EF4-FFF2-40B4-BE49-F238E27FC236}">
                <a16:creationId xmlns:a16="http://schemas.microsoft.com/office/drawing/2014/main" id="{6255EC6C-8D2B-BCF0-9E0D-D415A6A90450}"/>
              </a:ext>
            </a:extLst>
          </p:cNvPr>
          <p:cNvSpPr/>
          <p:nvPr/>
        </p:nvSpPr>
        <p:spPr>
          <a:xfrm>
            <a:off x="4531311" y="2454409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D11F31-599C-5475-1DA1-1B8F34FEC688}"/>
              </a:ext>
            </a:extLst>
          </p:cNvPr>
          <p:cNvSpPr txBox="1"/>
          <p:nvPr/>
        </p:nvSpPr>
        <p:spPr>
          <a:xfrm>
            <a:off x="7173482" y="2507811"/>
            <a:ext cx="4472699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=9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のとき、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print(</a:t>
            </a:r>
            <a:r>
              <a:rPr lang="en-US" altLang="ja-JP" sz="3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 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 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が出力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+= 1 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 </a:t>
            </a:r>
            <a:r>
              <a:rPr lang="en-US" altLang="ja-JP" sz="3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=10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となる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これで、</a:t>
            </a:r>
            <a:r>
              <a:rPr lang="en-US" altLang="ja-JP" sz="3200" b="1" dirty="0" err="1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&lt; 10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endParaRPr lang="en-US" altLang="ja-JP" sz="3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満たさなくなり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が終了する。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F7DCF9B-E094-81AF-5185-06058E14B4FD}"/>
              </a:ext>
            </a:extLst>
          </p:cNvPr>
          <p:cNvSpPr/>
          <p:nvPr/>
        </p:nvSpPr>
        <p:spPr>
          <a:xfrm>
            <a:off x="402768" y="3838118"/>
            <a:ext cx="628261" cy="308087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851D1F1-E4D6-8568-02F6-34842BEF9CF0}"/>
              </a:ext>
            </a:extLst>
          </p:cNvPr>
          <p:cNvSpPr/>
          <p:nvPr/>
        </p:nvSpPr>
        <p:spPr>
          <a:xfrm>
            <a:off x="402768" y="4190703"/>
            <a:ext cx="628261" cy="308087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031F75B-6E0C-86CD-9E8C-ECA9550C3933}"/>
              </a:ext>
            </a:extLst>
          </p:cNvPr>
          <p:cNvSpPr txBox="1"/>
          <p:nvPr/>
        </p:nvSpPr>
        <p:spPr>
          <a:xfrm>
            <a:off x="1025680" y="5361052"/>
            <a:ext cx="1778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インデント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980A2A2-3C38-9A3D-BD8A-E40141927604}"/>
              </a:ext>
            </a:extLst>
          </p:cNvPr>
          <p:cNvCxnSpPr>
            <a:cxnSpLocks/>
            <a:stCxn id="17" idx="1"/>
            <a:endCxn id="16" idx="0"/>
          </p:cNvCxnSpPr>
          <p:nvPr/>
        </p:nvCxnSpPr>
        <p:spPr>
          <a:xfrm flipH="1" flipV="1">
            <a:off x="716899" y="4190703"/>
            <a:ext cx="308781" cy="1431959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10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465E-252E-9273-852B-DDED92EE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DC591396-F1D6-683F-5072-8F8D506BF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449" y="2489913"/>
            <a:ext cx="6286497" cy="3436444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647A65E-CF43-A5CD-D091-750A2CC8428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AE7BDB9B-50A5-6D1F-95E9-1A12799D8C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07BE43E3-52C1-ADDF-9C54-89609C5622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3FBD73A-8929-40CB-B758-F15C6BEBA0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32A29EC-AE8F-79FB-D818-A412470EDC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F903F53-7679-8268-CDE6-B4A92B483F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62B95253-C991-5E18-32A2-4F5EFCBB54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1E7021FC-F211-0E31-250A-5003FFD80C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42D6BD-F01A-8C59-1D17-E1D8D911E631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A67D57-45FD-F926-EA5A-482A597C2FB1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C6E26DF-B229-BE3B-8A24-A02931D7D8CF}"/>
              </a:ext>
            </a:extLst>
          </p:cNvPr>
          <p:cNvSpPr txBox="1"/>
          <p:nvPr/>
        </p:nvSpPr>
        <p:spPr>
          <a:xfrm>
            <a:off x="1794017" y="1523604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実践の準備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A60034D-1469-AD42-1EA1-5D282132B2E0}"/>
              </a:ext>
            </a:extLst>
          </p:cNvPr>
          <p:cNvSpPr txBox="1"/>
          <p:nvPr/>
        </p:nvSpPr>
        <p:spPr>
          <a:xfrm>
            <a:off x="5474628" y="1132066"/>
            <a:ext cx="5819138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hlinkClick r:id="rId4"/>
              </a:rPr>
              <a:t>Online C++ Compiler – </a:t>
            </a:r>
            <a:r>
              <a:rPr lang="en-US" altLang="ja-JP" sz="2400" dirty="0" err="1">
                <a:hlinkClick r:id="rId4"/>
              </a:rPr>
              <a:t>Programiz</a:t>
            </a:r>
            <a:endParaRPr lang="en-US" altLang="ja-JP" sz="2400" dirty="0"/>
          </a:p>
          <a:p>
            <a:pPr algn="ctr"/>
            <a:r>
              <a:rPr lang="en-US" altLang="ja-JP" sz="2400" dirty="0"/>
              <a:t>https://www.programiz.com/cpp-programming/online-compiler/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30497A3-8647-0BDE-EB9B-DA207A9E1998}"/>
              </a:ext>
            </a:extLst>
          </p:cNvPr>
          <p:cNvSpPr txBox="1"/>
          <p:nvPr/>
        </p:nvSpPr>
        <p:spPr>
          <a:xfrm>
            <a:off x="446668" y="2463374"/>
            <a:ext cx="406183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一時的に右のサイト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を使います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コードを左の欄に打ち込んだら、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Run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を押して、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Output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の欄に入力してください。随時入力できます。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350E6EF-8D98-D23C-7DD7-5A54007E271D}"/>
              </a:ext>
            </a:extLst>
          </p:cNvPr>
          <p:cNvSpPr/>
          <p:nvPr/>
        </p:nvSpPr>
        <p:spPr>
          <a:xfrm>
            <a:off x="5375003" y="3243504"/>
            <a:ext cx="2913864" cy="2645634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コードを書くとこ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284F925-B4C4-30A8-4DEE-083E220DCF35}"/>
              </a:ext>
            </a:extLst>
          </p:cNvPr>
          <p:cNvSpPr/>
          <p:nvPr/>
        </p:nvSpPr>
        <p:spPr>
          <a:xfrm>
            <a:off x="8318858" y="3243503"/>
            <a:ext cx="2913864" cy="2645634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99501E1-5B74-446C-7A07-D036671F3D27}"/>
              </a:ext>
            </a:extLst>
          </p:cNvPr>
          <p:cNvSpPr/>
          <p:nvPr/>
        </p:nvSpPr>
        <p:spPr>
          <a:xfrm>
            <a:off x="7885786" y="2975394"/>
            <a:ext cx="403082" cy="230891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46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3E6D-B948-0A59-0414-0FFAEFA97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7F7511A-FC14-FF7A-4723-2E567F3310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111EE41F-7CD4-CD34-F6E6-566928C278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1ECF72A4-3D80-E2A5-1B63-9957015667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DE07C573-9C95-6DF8-F550-9F8DB8A49B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30382E5-D179-2A36-454A-F478094B05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8A9E2DE-5F6E-0068-F3E4-3847797384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9F51D667-C837-8E82-26EA-EB9E35E807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7F57660C-44A2-1B52-22C4-67F65C6AD0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407DD39-C967-C46C-8175-6199604112C9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B7C557-8E64-40EA-BEE3-3C47CBA3BF02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24CF955-AC5A-C466-FC3A-B82A5FC8A218}"/>
              </a:ext>
            </a:extLst>
          </p:cNvPr>
          <p:cNvSpPr txBox="1"/>
          <p:nvPr/>
        </p:nvSpPr>
        <p:spPr>
          <a:xfrm>
            <a:off x="1794017" y="1451412"/>
            <a:ext cx="6186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数あてゲームを作ろう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B8D9EC1-3375-7863-846E-04EDABC3970B}"/>
              </a:ext>
            </a:extLst>
          </p:cNvPr>
          <p:cNvGrpSpPr/>
          <p:nvPr/>
        </p:nvGrpSpPr>
        <p:grpSpPr>
          <a:xfrm>
            <a:off x="1794017" y="2355168"/>
            <a:ext cx="4246000" cy="1260590"/>
            <a:chOff x="1292565" y="2590467"/>
            <a:chExt cx="4305596" cy="1204507"/>
          </a:xfrm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2E9C29C0-4658-E5C3-D7C5-6F39E7140985}"/>
                </a:ext>
              </a:extLst>
            </p:cNvPr>
            <p:cNvSpPr/>
            <p:nvPr/>
          </p:nvSpPr>
          <p:spPr>
            <a:xfrm rot="16200000">
              <a:off x="1567368" y="2601415"/>
              <a:ext cx="432979" cy="982585"/>
            </a:xfrm>
            <a:prstGeom prst="triangle">
              <a:avLst>
                <a:gd name="adj" fmla="val 81973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E610AD7E-AC19-FE6E-B36B-BDC4CD3ABA45}"/>
                </a:ext>
              </a:extLst>
            </p:cNvPr>
            <p:cNvSpPr/>
            <p:nvPr/>
          </p:nvSpPr>
          <p:spPr>
            <a:xfrm>
              <a:off x="2052321" y="2590467"/>
              <a:ext cx="3545840" cy="1204507"/>
            </a:xfrm>
            <a:prstGeom prst="roundRect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1E30169-9189-4D1B-D2B6-04520748DFBF}"/>
              </a:ext>
            </a:extLst>
          </p:cNvPr>
          <p:cNvSpPr txBox="1"/>
          <p:nvPr/>
        </p:nvSpPr>
        <p:spPr>
          <a:xfrm>
            <a:off x="3732653" y="2496757"/>
            <a:ext cx="11053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50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7340BA2D-BAC2-598B-265C-91113677EB87}"/>
              </a:ext>
            </a:extLst>
          </p:cNvPr>
          <p:cNvGrpSpPr/>
          <p:nvPr/>
        </p:nvGrpSpPr>
        <p:grpSpPr>
          <a:xfrm>
            <a:off x="6223965" y="2591279"/>
            <a:ext cx="4259736" cy="1260590"/>
            <a:chOff x="6222241" y="2837211"/>
            <a:chExt cx="4319525" cy="1204507"/>
          </a:xfrm>
        </p:grpSpPr>
        <p:sp>
          <p:nvSpPr>
            <p:cNvPr id="20" name="二等辺三角形 19">
              <a:extLst>
                <a:ext uri="{FF2B5EF4-FFF2-40B4-BE49-F238E27FC236}">
                  <a16:creationId xmlns:a16="http://schemas.microsoft.com/office/drawing/2014/main" id="{9CD4F757-22DA-AB79-CA4A-BADF99802650}"/>
                </a:ext>
              </a:extLst>
            </p:cNvPr>
            <p:cNvSpPr/>
            <p:nvPr/>
          </p:nvSpPr>
          <p:spPr>
            <a:xfrm rot="5400000" flipH="1">
              <a:off x="9833984" y="2773383"/>
              <a:ext cx="432979" cy="982585"/>
            </a:xfrm>
            <a:prstGeom prst="triangle">
              <a:avLst>
                <a:gd name="adj" fmla="val 81973"/>
              </a:avLst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BAD33FEB-C91B-C17B-4128-E3D57EEEDF8D}"/>
                </a:ext>
              </a:extLst>
            </p:cNvPr>
            <p:cNvSpPr/>
            <p:nvPr/>
          </p:nvSpPr>
          <p:spPr>
            <a:xfrm flipH="1">
              <a:off x="6222241" y="2837211"/>
              <a:ext cx="3545840" cy="1204507"/>
            </a:xfrm>
            <a:prstGeom prst="roundRect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DD8835E-68A9-C2B1-103E-5A7E6860FCB0}"/>
              </a:ext>
            </a:extLst>
          </p:cNvPr>
          <p:cNvSpPr txBox="1"/>
          <p:nvPr/>
        </p:nvSpPr>
        <p:spPr>
          <a:xfrm flipH="1">
            <a:off x="6685467" y="2762954"/>
            <a:ext cx="2586530" cy="769441"/>
          </a:xfrm>
          <a:prstGeom prst="rect">
            <a:avLst/>
          </a:prstGeom>
          <a:solidFill>
            <a:srgbClr val="44959E"/>
          </a:solidFill>
        </p:spPr>
        <p:txBody>
          <a:bodyPr wrap="square" rtlCol="0">
            <a:spAutoFit/>
          </a:bodyPr>
          <a:lstStyle/>
          <a:p>
            <a:r>
              <a:rPr lang="ja-JP" altLang="en-US" sz="44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それ以上</a:t>
            </a:r>
            <a:endParaRPr lang="en-US" altLang="ja-JP" sz="44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9FC0707-B97E-EE73-9FF5-D23B599CDB38}"/>
              </a:ext>
            </a:extLst>
          </p:cNvPr>
          <p:cNvGrpSpPr/>
          <p:nvPr/>
        </p:nvGrpSpPr>
        <p:grpSpPr>
          <a:xfrm>
            <a:off x="1794017" y="3704067"/>
            <a:ext cx="4246000" cy="1260590"/>
            <a:chOff x="1292565" y="2590467"/>
            <a:chExt cx="4305596" cy="1204507"/>
          </a:xfrm>
        </p:grpSpPr>
        <p:sp>
          <p:nvSpPr>
            <p:cNvPr id="30" name="二等辺三角形 29">
              <a:extLst>
                <a:ext uri="{FF2B5EF4-FFF2-40B4-BE49-F238E27FC236}">
                  <a16:creationId xmlns:a16="http://schemas.microsoft.com/office/drawing/2014/main" id="{144E0CD8-6DD1-B5FB-950F-583E9B521460}"/>
                </a:ext>
              </a:extLst>
            </p:cNvPr>
            <p:cNvSpPr/>
            <p:nvPr/>
          </p:nvSpPr>
          <p:spPr>
            <a:xfrm rot="16200000">
              <a:off x="1567368" y="2601415"/>
              <a:ext cx="432979" cy="982585"/>
            </a:xfrm>
            <a:prstGeom prst="triangle">
              <a:avLst>
                <a:gd name="adj" fmla="val 81973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431E1621-5592-4BD6-3650-641AE1284D44}"/>
                </a:ext>
              </a:extLst>
            </p:cNvPr>
            <p:cNvSpPr/>
            <p:nvPr/>
          </p:nvSpPr>
          <p:spPr>
            <a:xfrm>
              <a:off x="2052321" y="2590467"/>
              <a:ext cx="3545840" cy="1204507"/>
            </a:xfrm>
            <a:prstGeom prst="roundRect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AE6DF9B-3D4A-83DA-F5EB-DACD34AE3D3B}"/>
              </a:ext>
            </a:extLst>
          </p:cNvPr>
          <p:cNvSpPr txBox="1"/>
          <p:nvPr/>
        </p:nvSpPr>
        <p:spPr>
          <a:xfrm>
            <a:off x="3732653" y="3845656"/>
            <a:ext cx="11053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75</a:t>
            </a:r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054655BB-E9CF-27B0-7C15-FAD7E68083B0}"/>
              </a:ext>
            </a:extLst>
          </p:cNvPr>
          <p:cNvGrpSpPr/>
          <p:nvPr/>
        </p:nvGrpSpPr>
        <p:grpSpPr>
          <a:xfrm>
            <a:off x="6223965" y="3940178"/>
            <a:ext cx="4259736" cy="1260590"/>
            <a:chOff x="6222241" y="2837211"/>
            <a:chExt cx="4319525" cy="1204507"/>
          </a:xfrm>
        </p:grpSpPr>
        <p:sp>
          <p:nvSpPr>
            <p:cNvPr id="34" name="二等辺三角形 33">
              <a:extLst>
                <a:ext uri="{FF2B5EF4-FFF2-40B4-BE49-F238E27FC236}">
                  <a16:creationId xmlns:a16="http://schemas.microsoft.com/office/drawing/2014/main" id="{3EBAF2CC-E955-B835-F1E9-645F5CFAE738}"/>
                </a:ext>
              </a:extLst>
            </p:cNvPr>
            <p:cNvSpPr/>
            <p:nvPr/>
          </p:nvSpPr>
          <p:spPr>
            <a:xfrm rot="5400000" flipH="1">
              <a:off x="9833984" y="2773383"/>
              <a:ext cx="432979" cy="982585"/>
            </a:xfrm>
            <a:prstGeom prst="triangle">
              <a:avLst>
                <a:gd name="adj" fmla="val 81973"/>
              </a:avLst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5" name="四角形: 角を丸くする 34">
              <a:extLst>
                <a:ext uri="{FF2B5EF4-FFF2-40B4-BE49-F238E27FC236}">
                  <a16:creationId xmlns:a16="http://schemas.microsoft.com/office/drawing/2014/main" id="{606F289F-34A4-CF67-E007-15F51D66C895}"/>
                </a:ext>
              </a:extLst>
            </p:cNvPr>
            <p:cNvSpPr/>
            <p:nvPr/>
          </p:nvSpPr>
          <p:spPr>
            <a:xfrm flipH="1">
              <a:off x="6222241" y="2837211"/>
              <a:ext cx="3545840" cy="1204507"/>
            </a:xfrm>
            <a:prstGeom prst="roundRect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5FE1E7F-44DF-A592-B997-AAA9CD665734}"/>
              </a:ext>
            </a:extLst>
          </p:cNvPr>
          <p:cNvSpPr txBox="1"/>
          <p:nvPr/>
        </p:nvSpPr>
        <p:spPr>
          <a:xfrm flipH="1">
            <a:off x="6685467" y="4111853"/>
            <a:ext cx="2586530" cy="769441"/>
          </a:xfrm>
          <a:prstGeom prst="rect">
            <a:avLst/>
          </a:prstGeom>
          <a:solidFill>
            <a:srgbClr val="44959E"/>
          </a:solidFill>
        </p:spPr>
        <p:txBody>
          <a:bodyPr wrap="square" rtlCol="0">
            <a:spAutoFit/>
          </a:bodyPr>
          <a:lstStyle/>
          <a:p>
            <a:r>
              <a:rPr lang="ja-JP" altLang="en-US" sz="44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それ以下</a:t>
            </a:r>
            <a:endParaRPr lang="en-US" altLang="ja-JP" sz="44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60552468-5C8C-C765-99BB-121396435023}"/>
              </a:ext>
            </a:extLst>
          </p:cNvPr>
          <p:cNvGrpSpPr/>
          <p:nvPr/>
        </p:nvGrpSpPr>
        <p:grpSpPr>
          <a:xfrm>
            <a:off x="1815608" y="5043171"/>
            <a:ext cx="4246000" cy="1260590"/>
            <a:chOff x="1292565" y="2590467"/>
            <a:chExt cx="4305596" cy="1204507"/>
          </a:xfrm>
        </p:grpSpPr>
        <p:sp>
          <p:nvSpPr>
            <p:cNvPr id="38" name="二等辺三角形 37">
              <a:extLst>
                <a:ext uri="{FF2B5EF4-FFF2-40B4-BE49-F238E27FC236}">
                  <a16:creationId xmlns:a16="http://schemas.microsoft.com/office/drawing/2014/main" id="{4234D1B6-0A9B-3F33-BA87-B1A161806C98}"/>
                </a:ext>
              </a:extLst>
            </p:cNvPr>
            <p:cNvSpPr/>
            <p:nvPr/>
          </p:nvSpPr>
          <p:spPr>
            <a:xfrm rot="16200000">
              <a:off x="1567368" y="2601415"/>
              <a:ext cx="432979" cy="982585"/>
            </a:xfrm>
            <a:prstGeom prst="triangle">
              <a:avLst>
                <a:gd name="adj" fmla="val 81973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9" name="四角形: 角を丸くする 38">
              <a:extLst>
                <a:ext uri="{FF2B5EF4-FFF2-40B4-BE49-F238E27FC236}">
                  <a16:creationId xmlns:a16="http://schemas.microsoft.com/office/drawing/2014/main" id="{152024DD-28F8-64B0-5409-0051356FA2E3}"/>
                </a:ext>
              </a:extLst>
            </p:cNvPr>
            <p:cNvSpPr/>
            <p:nvPr/>
          </p:nvSpPr>
          <p:spPr>
            <a:xfrm>
              <a:off x="2052321" y="2590467"/>
              <a:ext cx="3545840" cy="1204507"/>
            </a:xfrm>
            <a:prstGeom prst="roundRect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41C816D-E643-0619-67D2-E7F8CBDA85DE}"/>
              </a:ext>
            </a:extLst>
          </p:cNvPr>
          <p:cNvSpPr txBox="1"/>
          <p:nvPr/>
        </p:nvSpPr>
        <p:spPr>
          <a:xfrm>
            <a:off x="3754244" y="5184760"/>
            <a:ext cx="11053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63</a:t>
            </a: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8218692F-3231-529E-BA41-FA651EE156FF}"/>
              </a:ext>
            </a:extLst>
          </p:cNvPr>
          <p:cNvGrpSpPr/>
          <p:nvPr/>
        </p:nvGrpSpPr>
        <p:grpSpPr>
          <a:xfrm>
            <a:off x="6245556" y="5279282"/>
            <a:ext cx="4259736" cy="1260590"/>
            <a:chOff x="6222241" y="2837211"/>
            <a:chExt cx="4319525" cy="1204507"/>
          </a:xfrm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BB4B65C7-5B46-D569-2533-BE19F6FAF9F3}"/>
                </a:ext>
              </a:extLst>
            </p:cNvPr>
            <p:cNvSpPr/>
            <p:nvPr/>
          </p:nvSpPr>
          <p:spPr>
            <a:xfrm rot="5400000" flipH="1">
              <a:off x="9833984" y="2773383"/>
              <a:ext cx="432979" cy="982585"/>
            </a:xfrm>
            <a:prstGeom prst="triangle">
              <a:avLst>
                <a:gd name="adj" fmla="val 81973"/>
              </a:avLst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AFAE8BCF-EC98-D2A7-32BD-DE8E9DFE91C8}"/>
                </a:ext>
              </a:extLst>
            </p:cNvPr>
            <p:cNvSpPr/>
            <p:nvPr/>
          </p:nvSpPr>
          <p:spPr>
            <a:xfrm flipH="1">
              <a:off x="6222241" y="2837211"/>
              <a:ext cx="3545840" cy="1204507"/>
            </a:xfrm>
            <a:prstGeom prst="roundRect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FC4D3AA-3EAF-C013-180A-EB9BBDEC2A1F}"/>
              </a:ext>
            </a:extLst>
          </p:cNvPr>
          <p:cNvSpPr txBox="1"/>
          <p:nvPr/>
        </p:nvSpPr>
        <p:spPr>
          <a:xfrm flipH="1">
            <a:off x="7303648" y="5462725"/>
            <a:ext cx="1396175" cy="769441"/>
          </a:xfrm>
          <a:prstGeom prst="rect">
            <a:avLst/>
          </a:prstGeom>
          <a:solidFill>
            <a:srgbClr val="44959E"/>
          </a:solidFill>
        </p:spPr>
        <p:txBody>
          <a:bodyPr wrap="square" rtlCol="0">
            <a:spAutoFit/>
          </a:bodyPr>
          <a:lstStyle/>
          <a:p>
            <a:r>
              <a:rPr lang="ja-JP" altLang="en-US" sz="44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正解</a:t>
            </a:r>
            <a:endParaRPr lang="en-US" altLang="ja-JP" sz="44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8" name="グラフィックス 47" descr="男性 単色塗りつぶし">
            <a:extLst>
              <a:ext uri="{FF2B5EF4-FFF2-40B4-BE49-F238E27FC236}">
                <a16:creationId xmlns:a16="http://schemas.microsoft.com/office/drawing/2014/main" id="{30F20246-EA20-4600-AB36-63C9673F2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04483" y="3221574"/>
            <a:ext cx="2284506" cy="2284506"/>
          </a:xfrm>
          <a:prstGeom prst="rect">
            <a:avLst/>
          </a:prstGeom>
        </p:spPr>
      </p:pic>
      <p:pic>
        <p:nvPicPr>
          <p:cNvPr id="50" name="グラフィックス 49" descr="混乱した人 単色塗りつぶし">
            <a:extLst>
              <a:ext uri="{FF2B5EF4-FFF2-40B4-BE49-F238E27FC236}">
                <a16:creationId xmlns:a16="http://schemas.microsoft.com/office/drawing/2014/main" id="{10258515-4BCF-C401-B26C-AF8D337EF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7112" y="3001680"/>
            <a:ext cx="2284507" cy="228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8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2EDEB-A224-21CE-EB63-5EC0B134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CD44B9F-1E2E-ACF2-A94A-FDF5E6B1495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4283D54-FBF9-E052-4C9B-F4AEC4C265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8616BC68-3F8A-6DCA-471E-4D83C5B3D8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570E66B6-7B35-F0B4-3EE3-A748DA9554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97CB716-C5F6-549B-6A05-B415431BDA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D65847E1-BB66-5CC1-4E01-EF6F17F2C7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16695AD7-0D79-71D7-435E-5DC77150AD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43D70FA6-BA61-7A6B-96A6-30AFC05B99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AF782A-BDFF-D050-233C-22C4E5B75BE0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9E1D3FA-E16B-0918-DAEA-F0F3527B3E51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F09E095-EE60-1367-394E-20A0EB26A509}"/>
              </a:ext>
            </a:extLst>
          </p:cNvPr>
          <p:cNvSpPr txBox="1"/>
          <p:nvPr/>
        </p:nvSpPr>
        <p:spPr>
          <a:xfrm>
            <a:off x="1794017" y="1523604"/>
            <a:ext cx="6186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数あてゲームを作ろう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B83EE9-D249-7898-60C7-63D68D3F20D2}"/>
              </a:ext>
            </a:extLst>
          </p:cNvPr>
          <p:cNvSpPr txBox="1"/>
          <p:nvPr/>
        </p:nvSpPr>
        <p:spPr>
          <a:xfrm>
            <a:off x="500558" y="2382609"/>
            <a:ext cx="113697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100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の数字を当てるゲームを作成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・入力した数字が、答えであった場合、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”Right Answer!”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と出力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・もし答えでなければ、正解より大きいか小さいか出力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・答えが入力されるまで繰り返す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5177EAE-5B68-5784-95A6-EFE461302268}"/>
              </a:ext>
            </a:extLst>
          </p:cNvPr>
          <p:cNvSpPr/>
          <p:nvPr/>
        </p:nvSpPr>
        <p:spPr>
          <a:xfrm>
            <a:off x="-987627" y="1537341"/>
            <a:ext cx="14161760" cy="6150392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FCAAE63-7D63-A91F-EE9B-58C9A4190082}"/>
              </a:ext>
            </a:extLst>
          </p:cNvPr>
          <p:cNvSpPr txBox="1"/>
          <p:nvPr/>
        </p:nvSpPr>
        <p:spPr>
          <a:xfrm>
            <a:off x="1069471" y="1969054"/>
            <a:ext cx="10505894" cy="4093428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00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00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mt19973 </a:t>
            </a:r>
            <a:r>
              <a:rPr lang="en-US" altLang="ja-JP" sz="200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gen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 err="1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random_device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{}()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uniform_int_distribution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dist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dist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gen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ランダムで答えを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～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に設定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入力を受ける変数を設定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最初の入力</a:t>
            </a:r>
            <a:endParaRPr lang="en-US" altLang="ja-JP" sz="2000" dirty="0">
              <a:solidFill>
                <a:srgbClr val="9FD9F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答えでなく、答えより入力の方が大きければ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”Too larger.”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と出力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ja-JP" altLang="en-US" sz="2000" b="1" dirty="0">
                <a:solidFill>
                  <a:srgbClr val="498D5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答えでなく、答えより入力の方が小さければ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”Too smaller.”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と出力</a:t>
            </a:r>
            <a:endParaRPr lang="en-US" altLang="ja-JP" sz="2000" b="1" dirty="0">
              <a:solidFill>
                <a:srgbClr val="498D5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altLang="ja-JP" sz="2000" b="1" dirty="0">
              <a:solidFill>
                <a:srgbClr val="498D5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“Right Answer!”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答えであればこのように出力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C69A4E93-60F8-D9BB-70BC-C35E76C5ABB7}"/>
              </a:ext>
            </a:extLst>
          </p:cNvPr>
          <p:cNvSpPr/>
          <p:nvPr/>
        </p:nvSpPr>
        <p:spPr>
          <a:xfrm>
            <a:off x="1069471" y="1537341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</p:spTree>
    <p:extLst>
      <p:ext uri="{BB962C8B-B14F-4D97-AF65-F5344CB8AC3E}">
        <p14:creationId xmlns:p14="http://schemas.microsoft.com/office/powerpoint/2010/main" val="41804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 animBg="1"/>
      <p:bldP spid="1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6DCEF-0CCC-3830-AE45-73CB9A2A2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1DC852F-52A0-16D3-B898-5496D37B0DD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7DEEFE3-3D1D-FB50-53E7-C21B449209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A6F68740-7312-D019-6DE7-0D25D40211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798A8FC2-487F-B443-AD17-0CFE16A03C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98DDCCE-8AA8-699F-2489-FCB8264FA6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3C0AA75-4293-804F-FD64-FEAF9C13A7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B768B753-11ED-FEE4-A5A5-35D0F7A39B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51485889-81E7-C19E-1019-CCF1AEE4FF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BFD50E-55CE-6536-5B7E-41A9E65FC1BE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6318EE-CB53-CAF9-505B-05BD6D36D5DA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CCEB50A-5419-5B75-0BF2-7B35CB616B93}"/>
              </a:ext>
            </a:extLst>
          </p:cNvPr>
          <p:cNvSpPr txBox="1"/>
          <p:nvPr/>
        </p:nvSpPr>
        <p:spPr>
          <a:xfrm>
            <a:off x="1794017" y="1523604"/>
            <a:ext cx="6186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数あてゲームを作ろう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BBE14B7-8211-C460-562D-397824DC6C3A}"/>
              </a:ext>
            </a:extLst>
          </p:cNvPr>
          <p:cNvSpPr txBox="1"/>
          <p:nvPr/>
        </p:nvSpPr>
        <p:spPr>
          <a:xfrm>
            <a:off x="1149348" y="3474900"/>
            <a:ext cx="96728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https://tybob8010.github.io/cpp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A78D8A-A8BC-06E0-9BBB-2B35AE2DEAC5}"/>
              </a:ext>
            </a:extLst>
          </p:cNvPr>
          <p:cNvSpPr txBox="1"/>
          <p:nvPr/>
        </p:nvSpPr>
        <p:spPr>
          <a:xfrm>
            <a:off x="1579538" y="4488736"/>
            <a:ext cx="86132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ここからサンプルコードをコピペしてください。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533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E1662-21E2-960A-83AF-DF9A1ED2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8A6BA4E-8B0D-9FC1-9413-0768A735FC6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1411F020-A71F-75A9-A72E-35CCEB3C87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5AEF8A7A-5B8B-9969-FB64-D223399C2A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B04AF097-630F-8CE6-BF29-D8393D274B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418E000-7B2C-9F7A-2F46-4BF200236A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705A28C-4E44-7ED7-BC59-E1EAD6775A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C2CA3800-D304-4C04-AF45-821504BE60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619ABDC5-0440-3863-7F05-F5796ED913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0AE1877-7ACE-E26A-DEA8-43397F6EBD9C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51F3C6-1017-6446-A9DC-C149DEB24B6E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64BF347-8B37-C2A5-6D72-EE5C0ED16BE2}"/>
              </a:ext>
            </a:extLst>
          </p:cNvPr>
          <p:cNvSpPr txBox="1"/>
          <p:nvPr/>
        </p:nvSpPr>
        <p:spPr>
          <a:xfrm>
            <a:off x="826757" y="2711156"/>
            <a:ext cx="10614480" cy="3170099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コピペするところは省略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以下のようにすれば</a:t>
            </a:r>
            <a:r>
              <a:rPr lang="en-US" altLang="ja-JP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…</a:t>
            </a: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ja-JP" altLang="en-US" sz="2000" b="1" dirty="0">
                <a:solidFill>
                  <a:srgbClr val="9FD9F5"/>
                </a:solidFill>
                <a:latin typeface="+mn-ea"/>
                <a:cs typeface="Cascadia Code" panose="020B0609020000020004" pitchFamily="49" charset="0"/>
              </a:rPr>
              <a:t>何らかの条件式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大小関係を出力する部分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次の入力</a:t>
            </a:r>
            <a:endParaRPr lang="en-US" altLang="ja-JP" sz="20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  <a:endParaRPr lang="en-US" altLang="ja-JP" sz="2000" dirty="0">
              <a:solidFill>
                <a:srgbClr val="9FD9F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“Right Answer!”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E78D01A6-788C-66AA-1BFA-6460C2841C5B}"/>
              </a:ext>
            </a:extLst>
          </p:cNvPr>
          <p:cNvSpPr/>
          <p:nvPr/>
        </p:nvSpPr>
        <p:spPr>
          <a:xfrm>
            <a:off x="826757" y="2300222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2B67B3-5F78-202E-F1B8-B43B1C37F755}"/>
              </a:ext>
            </a:extLst>
          </p:cNvPr>
          <p:cNvSpPr txBox="1"/>
          <p:nvPr/>
        </p:nvSpPr>
        <p:spPr>
          <a:xfrm>
            <a:off x="1794017" y="1451412"/>
            <a:ext cx="6186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数あてゲームを作ろう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00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AD045-3902-A1F3-5083-EC01072B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A5D4CA9-BDE1-4480-6EA7-BEFE0B2BE7D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62A2A5D-3855-4398-1144-89FBDA2E6B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87EF4F97-3F33-783B-174E-061389216A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55D8284-D9AC-CE16-0F1B-DF8093536D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4CF1188-3686-C780-2E02-D54569C3B8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DE9095D-A4AA-E6A5-E347-99DC6FA545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1BB8F2C8-E000-F73A-9912-E2B8A53F12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10A4C9C-4EE8-8222-F0DE-2BC472FE48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005A5F7-92C2-B0B7-B526-C12844D9F117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0C35163-0665-FCE6-1408-C5793A130A75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BA16C76-BDE9-474C-81AE-3F553BB84CAE}"/>
              </a:ext>
            </a:extLst>
          </p:cNvPr>
          <p:cNvSpPr txBox="1"/>
          <p:nvPr/>
        </p:nvSpPr>
        <p:spPr>
          <a:xfrm>
            <a:off x="1794017" y="1523604"/>
            <a:ext cx="6186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数あてゲームを作ろう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94FC497E-7129-0806-2945-4CEF10760F2D}"/>
              </a:ext>
            </a:extLst>
          </p:cNvPr>
          <p:cNvSpPr/>
          <p:nvPr/>
        </p:nvSpPr>
        <p:spPr>
          <a:xfrm>
            <a:off x="660860" y="2325435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8744229-A2DB-D841-4C63-A78CA77D52C1}"/>
              </a:ext>
            </a:extLst>
          </p:cNvPr>
          <p:cNvSpPr txBox="1"/>
          <p:nvPr/>
        </p:nvSpPr>
        <p:spPr>
          <a:xfrm>
            <a:off x="8341262" y="2946160"/>
            <a:ext cx="36263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答えと等しくないなら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続ける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58C7941-B9AD-C798-EC74-06BBF3D5BDE6}"/>
              </a:ext>
            </a:extLst>
          </p:cNvPr>
          <p:cNvSpPr txBox="1"/>
          <p:nvPr/>
        </p:nvSpPr>
        <p:spPr>
          <a:xfrm>
            <a:off x="8379666" y="4481364"/>
            <a:ext cx="33810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答えとの大小関係を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文で調べる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5C649A8-FF74-70C0-8DBC-A533487ED549}"/>
              </a:ext>
            </a:extLst>
          </p:cNvPr>
          <p:cNvSpPr txBox="1"/>
          <p:nvPr/>
        </p:nvSpPr>
        <p:spPr>
          <a:xfrm>
            <a:off x="8379666" y="5400590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再度、答えを入力する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B8D148-71BE-EC93-853F-7493A63BCD56}"/>
              </a:ext>
            </a:extLst>
          </p:cNvPr>
          <p:cNvSpPr txBox="1"/>
          <p:nvPr/>
        </p:nvSpPr>
        <p:spPr>
          <a:xfrm>
            <a:off x="662880" y="2768452"/>
            <a:ext cx="7067585" cy="3785652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コピペするところは省略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while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ja-JP" altLang="en-US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!</a:t>
            </a:r>
            <a:r>
              <a:rPr lang="en-US" altLang="ja-JP" sz="20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ja-JP" altLang="en-US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b="1" dirty="0" err="1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ja-JP" altLang="en-US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ja-JP" altLang="en-US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b="1" dirty="0" err="1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“Too larger.”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“Too smaller.”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20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20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  <a:endParaRPr lang="en-US" altLang="ja-JP" sz="2000" dirty="0">
              <a:solidFill>
                <a:srgbClr val="9FD9F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“Right Answer!”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92857AE-04B5-833B-0523-3EC978CE78BA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407079" y="3423214"/>
            <a:ext cx="4934183" cy="196808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E979D39C-9F11-5AC3-C9DC-E37AEA7F844E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3407079" y="5435471"/>
            <a:ext cx="4972587" cy="226729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右中かっこ 19">
            <a:extLst>
              <a:ext uri="{FF2B5EF4-FFF2-40B4-BE49-F238E27FC236}">
                <a16:creationId xmlns:a16="http://schemas.microsoft.com/office/drawing/2014/main" id="{3E5A1759-F7A6-7318-497B-5A720DD5B41C}"/>
              </a:ext>
            </a:extLst>
          </p:cNvPr>
          <p:cNvSpPr/>
          <p:nvPr/>
        </p:nvSpPr>
        <p:spPr>
          <a:xfrm>
            <a:off x="7064835" y="3780990"/>
            <a:ext cx="205602" cy="1411290"/>
          </a:xfrm>
          <a:prstGeom prst="rightBrace">
            <a:avLst/>
          </a:prstGeom>
          <a:ln w="444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40A4891-8680-DA4B-7CFF-29DEF695CF30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7270437" y="4486635"/>
            <a:ext cx="1109229" cy="471783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26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A355-D171-1FBA-C906-29134DB5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84FF5AE-ACF2-6F46-98AE-BC15DB6F1F7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B6A6CA6A-D872-E31E-FF04-E30BBA7E49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4582E290-7BDB-2627-69AA-E5A74D5F1B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DFF1447D-6F4C-3B68-E54A-64E41E2F0D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659D63A-904B-E3B1-0BD5-A4D0E1B657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9F6FDF4-F3A6-8E74-012C-4DAE09AE9B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59C4B0EF-05C3-2AB2-E4D2-AA751E6452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E3602A93-7027-F42A-4F62-8B6FE5BF30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366E534-A399-F634-3295-BB0E2A3C769D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5B02AC6-2D44-B8A9-CC0F-0684CE6D0C7F}"/>
              </a:ext>
            </a:extLst>
          </p:cNvPr>
          <p:cNvSpPr txBox="1"/>
          <p:nvPr/>
        </p:nvSpPr>
        <p:spPr>
          <a:xfrm>
            <a:off x="2661739" y="201920"/>
            <a:ext cx="6288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while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2ACB98-1046-9E82-6F8A-4C8FF285A3E6}"/>
              </a:ext>
            </a:extLst>
          </p:cNvPr>
          <p:cNvSpPr txBox="1"/>
          <p:nvPr/>
        </p:nvSpPr>
        <p:spPr>
          <a:xfrm>
            <a:off x="1794017" y="1523604"/>
            <a:ext cx="6186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数あてゲームを作ろう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8B8AF298-CA3F-CC0E-E406-5A72578D0F57}"/>
              </a:ext>
            </a:extLst>
          </p:cNvPr>
          <p:cNvSpPr/>
          <p:nvPr/>
        </p:nvSpPr>
        <p:spPr>
          <a:xfrm>
            <a:off x="660860" y="2325435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4661AF6-C903-AB51-BD7D-E82F880F252E}"/>
              </a:ext>
            </a:extLst>
          </p:cNvPr>
          <p:cNvSpPr txBox="1"/>
          <p:nvPr/>
        </p:nvSpPr>
        <p:spPr>
          <a:xfrm>
            <a:off x="7961621" y="3243504"/>
            <a:ext cx="411683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もし、最初から答えが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入力されたら？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は中身が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回も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実行されない場合もある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64B5CA5-91A0-F865-F9C1-25F23AA20B97}"/>
              </a:ext>
            </a:extLst>
          </p:cNvPr>
          <p:cNvSpPr txBox="1"/>
          <p:nvPr/>
        </p:nvSpPr>
        <p:spPr>
          <a:xfrm>
            <a:off x="662880" y="2776919"/>
            <a:ext cx="7067585" cy="3785652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0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コピペするところは省略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while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ja-JP" altLang="en-US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!</a:t>
            </a:r>
            <a:r>
              <a:rPr lang="en-US" altLang="ja-JP" sz="20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ja-JP" altLang="en-US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b="1" dirty="0" err="1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ja-JP" altLang="en-US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ja-JP" altLang="en-US" sz="2000" b="1" dirty="0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b="1" dirty="0" err="1">
                <a:solidFill>
                  <a:srgbClr val="9FD9F5"/>
                </a:solidFill>
                <a:latin typeface="+mn-ea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“Too larger.”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r>
              <a:rPr lang="en-US" altLang="ja-JP" sz="20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“Too smaller.”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20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2000" dirty="0">
              <a:solidFill>
                <a:schemeClr val="accent5">
                  <a:lumMod val="60000"/>
                  <a:lumOff val="4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  <a:endParaRPr lang="en-US" altLang="ja-JP" sz="2000" dirty="0">
              <a:solidFill>
                <a:srgbClr val="9FD9F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“Right Answer!”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231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AE8D-E69B-E480-F8E2-37BF22FA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83EF816-4CB3-2705-F31F-000566AAA2A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45F0BD1A-FF76-71CC-315B-2830D55CE9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39B28F67-DE30-82E9-9D49-CB5947F2DB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F9F2182-AB50-DF8A-FCA7-23D136C05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FA80DB5-0481-774B-BD2F-D1F767E2A4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81443A5-C324-D66D-B5FC-209413DD14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8B04F3D5-A4F8-2EBA-C679-5B8DF0F413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40DE6EFD-694F-ED72-D7E5-08640BFC9B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F552B6C-0F41-D966-1DFD-3CA673D5BABF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en-US" altLang="ja-JP" sz="115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F42D199-C40E-9C2F-4CB5-1B52728BFFEC}"/>
              </a:ext>
            </a:extLst>
          </p:cNvPr>
          <p:cNvSpPr txBox="1"/>
          <p:nvPr/>
        </p:nvSpPr>
        <p:spPr>
          <a:xfrm>
            <a:off x="2661739" y="201920"/>
            <a:ext cx="55803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for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730849-655C-CF4E-C3C8-82537DD9198D}"/>
              </a:ext>
            </a:extLst>
          </p:cNvPr>
          <p:cNvSpPr txBox="1"/>
          <p:nvPr/>
        </p:nvSpPr>
        <p:spPr>
          <a:xfrm>
            <a:off x="1794017" y="1523604"/>
            <a:ext cx="9895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文で同じ処理を繰り返す場合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7129BDB-AEF3-E226-7E07-0F588F4AEDBA}"/>
              </a:ext>
            </a:extLst>
          </p:cNvPr>
          <p:cNvSpPr txBox="1"/>
          <p:nvPr/>
        </p:nvSpPr>
        <p:spPr>
          <a:xfrm>
            <a:off x="660859" y="2912299"/>
            <a:ext cx="4840854" cy="2308324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6D6E125F-3CD8-8BEF-1408-0E3405816A2A}"/>
              </a:ext>
            </a:extLst>
          </p:cNvPr>
          <p:cNvSpPr/>
          <p:nvPr/>
        </p:nvSpPr>
        <p:spPr>
          <a:xfrm>
            <a:off x="660860" y="247574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8500BB5-ECAB-B019-A093-A7FDC5D97EE9}"/>
              </a:ext>
            </a:extLst>
          </p:cNvPr>
          <p:cNvSpPr txBox="1"/>
          <p:nvPr/>
        </p:nvSpPr>
        <p:spPr>
          <a:xfrm>
            <a:off x="6246296" y="3230764"/>
            <a:ext cx="51080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このコードを動かしたらどうなる？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出力を予想してみよう。</a:t>
            </a:r>
            <a:endParaRPr lang="en-US" altLang="ja-JP" sz="36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6FD1C59-6E37-D4A9-AC6D-CBA29B0F2371}"/>
              </a:ext>
            </a:extLst>
          </p:cNvPr>
          <p:cNvSpPr/>
          <p:nvPr/>
        </p:nvSpPr>
        <p:spPr>
          <a:xfrm>
            <a:off x="-463857" y="2354601"/>
            <a:ext cx="13210040" cy="3511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519A78-1983-D380-B3BF-F05C1BCE81AC}"/>
              </a:ext>
            </a:extLst>
          </p:cNvPr>
          <p:cNvSpPr txBox="1"/>
          <p:nvPr/>
        </p:nvSpPr>
        <p:spPr>
          <a:xfrm>
            <a:off x="940773" y="2957114"/>
            <a:ext cx="2383296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[Error</a:t>
            </a:r>
            <a:r>
              <a:rPr lang="ja-JP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  <a:cs typeface="Cascadia Code" panose="020B0609020000020004" pitchFamily="49" charset="0"/>
              </a:rPr>
              <a:t>の説明</a:t>
            </a:r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…(</a:t>
            </a:r>
            <a:r>
              <a:rPr lang="ja-JP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  <a:cs typeface="Cascadia Code" panose="020B0609020000020004" pitchFamily="49" charset="0"/>
              </a:rPr>
              <a:t>略</a:t>
            </a:r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altLang="ja-JP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E8F6E93F-2229-E595-B6E6-027D6725FADA}"/>
              </a:ext>
            </a:extLst>
          </p:cNvPr>
          <p:cNvSpPr/>
          <p:nvPr/>
        </p:nvSpPr>
        <p:spPr>
          <a:xfrm>
            <a:off x="940772" y="2538048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C29DA33-DC3D-0224-C112-FD1EEBAA8DAD}"/>
              </a:ext>
            </a:extLst>
          </p:cNvPr>
          <p:cNvSpPr txBox="1"/>
          <p:nvPr/>
        </p:nvSpPr>
        <p:spPr>
          <a:xfrm>
            <a:off x="8896650" y="2775411"/>
            <a:ext cx="2814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++; 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忘れやすい。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注意！</a:t>
            </a:r>
            <a:endParaRPr lang="en-US" altLang="ja-JP" sz="36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37551D8-12DA-A364-562B-C8406F89026C}"/>
              </a:ext>
            </a:extLst>
          </p:cNvPr>
          <p:cNvSpPr txBox="1"/>
          <p:nvPr/>
        </p:nvSpPr>
        <p:spPr>
          <a:xfrm>
            <a:off x="3525277" y="2981820"/>
            <a:ext cx="5108045" cy="2677656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++; </a:t>
            </a:r>
            <a:r>
              <a: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←</a:t>
            </a:r>
            <a:r>
              <a:rPr lang="ja-JP" altLang="en-US" sz="24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忘れずに！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25" name="四角形: 1 つの角を切り取る 24">
            <a:extLst>
              <a:ext uri="{FF2B5EF4-FFF2-40B4-BE49-F238E27FC236}">
                <a16:creationId xmlns:a16="http://schemas.microsoft.com/office/drawing/2014/main" id="{419BDF4F-4103-EBB1-6FAA-3DB8E40D280A}"/>
              </a:ext>
            </a:extLst>
          </p:cNvPr>
          <p:cNvSpPr/>
          <p:nvPr/>
        </p:nvSpPr>
        <p:spPr>
          <a:xfrm>
            <a:off x="3525279" y="2545268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</p:spTree>
    <p:extLst>
      <p:ext uri="{BB962C8B-B14F-4D97-AF65-F5344CB8AC3E}">
        <p14:creationId xmlns:p14="http://schemas.microsoft.com/office/powerpoint/2010/main" val="337275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 animBg="1"/>
      <p:bldP spid="16" grpId="0" animBg="1"/>
      <p:bldP spid="23" grpId="0"/>
      <p:bldP spid="24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B09E7-4356-BC66-1FB3-374868EE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284F123-94BD-1916-FE85-5181369E9D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53556E8-D218-20FC-1ACF-1C9D64FA94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5FE93CF9-23E6-36D5-A684-869D6B16CC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FBA5C20D-4FA3-4567-FEFA-F3D6E89341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EC34966-62D9-C119-E4E9-8061DE7FFB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3A12453-D785-5C27-C507-435762B8ED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87DC848C-8770-E159-76E9-0F9F7C5D7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061BD0EF-C4A9-2E61-90A7-8D622EFB16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EAAA32-A553-1D6A-EE68-A2887B8326CA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783BD5-BED4-1796-DD80-4B63823CB5A5}"/>
              </a:ext>
            </a:extLst>
          </p:cNvPr>
          <p:cNvSpPr txBox="1"/>
          <p:nvPr/>
        </p:nvSpPr>
        <p:spPr>
          <a:xfrm>
            <a:off x="2661739" y="201920"/>
            <a:ext cx="55803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for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F3F7741-BE30-CDB8-678E-250411F13DDC}"/>
              </a:ext>
            </a:extLst>
          </p:cNvPr>
          <p:cNvSpPr txBox="1"/>
          <p:nvPr/>
        </p:nvSpPr>
        <p:spPr>
          <a:xfrm>
            <a:off x="1794017" y="1523604"/>
            <a:ext cx="9895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文で同じ処理を繰り返す場合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4DABACD-FA5F-07F9-1399-D539135F1B2F}"/>
              </a:ext>
            </a:extLst>
          </p:cNvPr>
          <p:cNvSpPr txBox="1"/>
          <p:nvPr/>
        </p:nvSpPr>
        <p:spPr>
          <a:xfrm>
            <a:off x="660859" y="2912299"/>
            <a:ext cx="5047214" cy="2677656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2D9276D6-ACB2-2836-504F-37609035B370}"/>
              </a:ext>
            </a:extLst>
          </p:cNvPr>
          <p:cNvSpPr/>
          <p:nvPr/>
        </p:nvSpPr>
        <p:spPr>
          <a:xfrm>
            <a:off x="660860" y="247574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3B4DAE9-B70A-924A-EF97-8F1B61D4B9B9}"/>
              </a:ext>
            </a:extLst>
          </p:cNvPr>
          <p:cNvSpPr txBox="1"/>
          <p:nvPr/>
        </p:nvSpPr>
        <p:spPr>
          <a:xfrm>
            <a:off x="8057932" y="2331830"/>
            <a:ext cx="372754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必要なのは、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初期化： </a:t>
            </a:r>
            <a:r>
              <a:rPr lang="en-US" altLang="ja-JP" sz="3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= 0;</a:t>
            </a: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条件式： </a:t>
            </a:r>
            <a:r>
              <a:rPr lang="en-US" altLang="ja-JP" sz="3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&lt; 10</a:t>
            </a: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変化式： </a:t>
            </a:r>
            <a:r>
              <a:rPr lang="en-US" altLang="ja-JP" sz="3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++;</a:t>
            </a: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→でもこれ面倒じゃない？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文は</a:t>
            </a:r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文を簡略できる</a:t>
            </a:r>
            <a:endParaRPr lang="en-US" altLang="ja-JP" sz="3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0FE076-77AD-CDB5-3865-C04CE7246473}"/>
              </a:ext>
            </a:extLst>
          </p:cNvPr>
          <p:cNvSpPr txBox="1"/>
          <p:nvPr/>
        </p:nvSpPr>
        <p:spPr>
          <a:xfrm>
            <a:off x="5808190" y="2821795"/>
            <a:ext cx="1963767" cy="31700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0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1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3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4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5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6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7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8</a:t>
            </a:r>
          </a:p>
          <a:p>
            <a:r>
              <a:rPr lang="en-US" altLang="ja-JP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9</a:t>
            </a:r>
            <a:endParaRPr lang="en-US" altLang="ja-JP" sz="20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89F3ADFE-7C17-8316-BCFD-0AA8374B1C0F}"/>
              </a:ext>
            </a:extLst>
          </p:cNvPr>
          <p:cNvSpPr/>
          <p:nvPr/>
        </p:nvSpPr>
        <p:spPr>
          <a:xfrm>
            <a:off x="5808190" y="2430439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</a:p>
        </p:txBody>
      </p:sp>
    </p:spTree>
    <p:extLst>
      <p:ext uri="{BB962C8B-B14F-4D97-AF65-F5344CB8AC3E}">
        <p14:creationId xmlns:p14="http://schemas.microsoft.com/office/powerpoint/2010/main" val="13410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2F982-9D95-4674-E4D7-6FA2CB6C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F795ADB-36DB-8460-1840-9DF63262AF9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A47A980-3BD7-62D5-9A3F-96CC97C4F3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3864F67-DED9-FC91-BA1E-4507A91EFC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69DA25F1-99E1-51F2-5D77-567CAC1DD8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11AA47B-E6F5-D364-C17A-583656FF2A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766FDE8-C51F-C5D2-4620-1E334F53CF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4ED44244-F047-3A16-0C08-266902104F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8FC63F44-01CF-B38A-7E45-779F471A4C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B1C1EB8-53A7-1748-AB17-6E9B66AA48E4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682887F-450D-A9B0-C0E7-5D47AA4B37FA}"/>
              </a:ext>
            </a:extLst>
          </p:cNvPr>
          <p:cNvSpPr txBox="1"/>
          <p:nvPr/>
        </p:nvSpPr>
        <p:spPr>
          <a:xfrm>
            <a:off x="2661739" y="201920"/>
            <a:ext cx="55803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for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95D6A28-C254-7773-0FDA-2BB1A2FD4DED}"/>
              </a:ext>
            </a:extLst>
          </p:cNvPr>
          <p:cNvSpPr txBox="1"/>
          <p:nvPr/>
        </p:nvSpPr>
        <p:spPr>
          <a:xfrm>
            <a:off x="1794017" y="1523604"/>
            <a:ext cx="5989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文を打ってみよう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C1BB413-481D-9B8D-7D98-AA3E41A7DCF1}"/>
              </a:ext>
            </a:extLst>
          </p:cNvPr>
          <p:cNvSpPr txBox="1"/>
          <p:nvPr/>
        </p:nvSpPr>
        <p:spPr>
          <a:xfrm>
            <a:off x="668513" y="3004433"/>
            <a:ext cx="7114644" cy="1938992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75C7878E-A24B-BB7F-4715-9C6A57A73F8E}"/>
              </a:ext>
            </a:extLst>
          </p:cNvPr>
          <p:cNvSpPr/>
          <p:nvPr/>
        </p:nvSpPr>
        <p:spPr>
          <a:xfrm>
            <a:off x="668515" y="2567881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714BE2D-01C0-6838-FA86-62A7DD9A9027}"/>
              </a:ext>
            </a:extLst>
          </p:cNvPr>
          <p:cNvSpPr txBox="1"/>
          <p:nvPr/>
        </p:nvSpPr>
        <p:spPr>
          <a:xfrm>
            <a:off x="8366005" y="2902203"/>
            <a:ext cx="2163450" cy="31700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0</a:t>
            </a:r>
          </a:p>
          <a:p>
            <a:r>
              <a:rPr lang="en-US" altLang="ja-JP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1</a:t>
            </a:r>
          </a:p>
          <a:p>
            <a:r>
              <a:rPr lang="en-US" altLang="ja-JP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</a:t>
            </a:r>
          </a:p>
          <a:p>
            <a:r>
              <a:rPr lang="en-US" altLang="ja-JP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3</a:t>
            </a:r>
          </a:p>
          <a:p>
            <a:r>
              <a:rPr lang="en-US" altLang="ja-JP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4</a:t>
            </a:r>
          </a:p>
          <a:p>
            <a:r>
              <a:rPr lang="en-US" altLang="ja-JP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5</a:t>
            </a:r>
          </a:p>
          <a:p>
            <a:r>
              <a:rPr lang="en-US" altLang="ja-JP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6</a:t>
            </a:r>
          </a:p>
          <a:p>
            <a:r>
              <a:rPr lang="en-US" altLang="ja-JP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7</a:t>
            </a:r>
          </a:p>
          <a:p>
            <a:r>
              <a:rPr lang="en-US" altLang="ja-JP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8</a:t>
            </a:r>
          </a:p>
          <a:p>
            <a:r>
              <a:rPr lang="en-US" altLang="ja-JP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9</a:t>
            </a:r>
            <a:endParaRPr lang="en-US" altLang="ja-JP" sz="2000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四角形: 1 つの角を切り取る 19">
            <a:extLst>
              <a:ext uri="{FF2B5EF4-FFF2-40B4-BE49-F238E27FC236}">
                <a16:creationId xmlns:a16="http://schemas.microsoft.com/office/drawing/2014/main" id="{E91355FF-0C72-F528-1FEF-347785E37F2B}"/>
              </a:ext>
            </a:extLst>
          </p:cNvPr>
          <p:cNvSpPr/>
          <p:nvPr/>
        </p:nvSpPr>
        <p:spPr>
          <a:xfrm>
            <a:off x="8366004" y="2483137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</a:p>
        </p:txBody>
      </p:sp>
    </p:spTree>
    <p:extLst>
      <p:ext uri="{BB962C8B-B14F-4D97-AF65-F5344CB8AC3E}">
        <p14:creationId xmlns:p14="http://schemas.microsoft.com/office/powerpoint/2010/main" val="426323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5D75-C611-C6D7-AC59-1F736C9A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D70C4E3-A24F-65C1-2561-780115269D9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B0F24C4C-2F4D-7F1B-304E-253A2C466E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CC1536C-7F7A-03A1-579B-849AA9ABC7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7ABCB4F2-39D1-F7FC-D829-4F665A16B1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884D20E-2A0D-635F-2F8B-742AA4D63B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25528D8-B0F0-E5D0-572B-DB9C1B31B5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F21ED035-3D46-293F-286C-EB5058BBED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CA37354E-0E86-2F27-433F-D9ACE0FAE6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6E338A-D095-D691-E577-BC2768BA956F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F2BC61C-26C9-DF51-6BDA-4ABB243ED0AA}"/>
              </a:ext>
            </a:extLst>
          </p:cNvPr>
          <p:cNvSpPr txBox="1"/>
          <p:nvPr/>
        </p:nvSpPr>
        <p:spPr>
          <a:xfrm>
            <a:off x="2661739" y="201920"/>
            <a:ext cx="55803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for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9028AFC-E31B-8470-E7C9-3908C886FD25}"/>
              </a:ext>
            </a:extLst>
          </p:cNvPr>
          <p:cNvSpPr txBox="1"/>
          <p:nvPr/>
        </p:nvSpPr>
        <p:spPr>
          <a:xfrm>
            <a:off x="1794017" y="1523604"/>
            <a:ext cx="36695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文の意味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7CBC574-0989-E8EA-644C-229F0C8D6682}"/>
              </a:ext>
            </a:extLst>
          </p:cNvPr>
          <p:cNvSpPr txBox="1"/>
          <p:nvPr/>
        </p:nvSpPr>
        <p:spPr>
          <a:xfrm>
            <a:off x="668513" y="3004433"/>
            <a:ext cx="7114644" cy="1938992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1E5DA8E7-B882-76EA-3CB9-0E31AEED05CE}"/>
              </a:ext>
            </a:extLst>
          </p:cNvPr>
          <p:cNvSpPr/>
          <p:nvPr/>
        </p:nvSpPr>
        <p:spPr>
          <a:xfrm>
            <a:off x="668515" y="2567881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5BF9D9-AABD-954A-1116-352F94463748}"/>
              </a:ext>
            </a:extLst>
          </p:cNvPr>
          <p:cNvSpPr txBox="1"/>
          <p:nvPr/>
        </p:nvSpPr>
        <p:spPr>
          <a:xfrm>
            <a:off x="7902333" y="1498160"/>
            <a:ext cx="1778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初期化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F19E677-19A5-01A8-12B7-4A33564EF4D5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3381510" y="1790548"/>
            <a:ext cx="4520823" cy="1638452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3E3128F-D8A2-12A1-B733-CCE2EA43C7B7}"/>
              </a:ext>
            </a:extLst>
          </p:cNvPr>
          <p:cNvSpPr txBox="1"/>
          <p:nvPr/>
        </p:nvSpPr>
        <p:spPr>
          <a:xfrm>
            <a:off x="7949261" y="2073923"/>
            <a:ext cx="39240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文でいうところ→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の外の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int </a:t>
            </a:r>
            <a:r>
              <a:rPr lang="en-US" altLang="ja-JP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= 0;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A068F17-F3E4-5137-15F6-60F7AF0A9CA5}"/>
              </a:ext>
            </a:extLst>
          </p:cNvPr>
          <p:cNvSpPr txBox="1"/>
          <p:nvPr/>
        </p:nvSpPr>
        <p:spPr>
          <a:xfrm>
            <a:off x="7949261" y="5205347"/>
            <a:ext cx="1778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条件式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ED7A96F-28CE-7566-07B4-3EDE711FD9A9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4752109" y="3568486"/>
            <a:ext cx="3197152" cy="1929249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0009C61-78CD-1C51-0CF0-F0F263B90B4A}"/>
              </a:ext>
            </a:extLst>
          </p:cNvPr>
          <p:cNvSpPr txBox="1"/>
          <p:nvPr/>
        </p:nvSpPr>
        <p:spPr>
          <a:xfrm>
            <a:off x="7906208" y="2983711"/>
            <a:ext cx="1778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変化式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49083C4C-FE56-2B3B-870E-EA18ABB3B74D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5874327" y="3276099"/>
            <a:ext cx="2031881" cy="276139"/>
          </a:xfrm>
          <a:prstGeom prst="line">
            <a:avLst/>
          </a:prstGeom>
          <a:ln w="44450" cmpd="sng"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06CC177-4C19-B43A-719D-B2B3E3890732}"/>
              </a:ext>
            </a:extLst>
          </p:cNvPr>
          <p:cNvSpPr txBox="1"/>
          <p:nvPr/>
        </p:nvSpPr>
        <p:spPr>
          <a:xfrm>
            <a:off x="7953136" y="3559474"/>
            <a:ext cx="39240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文でいうところ→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の中の</a:t>
            </a:r>
            <a:r>
              <a:rPr lang="en-US" altLang="ja-JP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++;</a:t>
            </a:r>
          </a:p>
        </p:txBody>
      </p:sp>
    </p:spTree>
    <p:extLst>
      <p:ext uri="{BB962C8B-B14F-4D97-AF65-F5344CB8AC3E}">
        <p14:creationId xmlns:p14="http://schemas.microsoft.com/office/powerpoint/2010/main" val="312552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D3DBA-266B-898B-7A2C-0458C502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35D4D9D-40A8-70FF-F919-C5AADC7D2BB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FAC08F2-1D70-F714-FD98-2655F0364C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4BE43885-6952-B786-4DB9-8B262C6384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37FAD3C9-DF26-A0E9-1547-4101B4471F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85CE8E7-4C1D-D8E6-E029-199C3292C9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F1AA698-5D09-8148-7978-833B879593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92BF4386-0FEE-5D28-2422-3733F51B88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E283B371-E9B6-8E48-E355-CBC3664A63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9042D5-29F8-C2ED-970A-9C98D72FFDA7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E647D5-6A2F-C69E-7611-99E1714E399A}"/>
              </a:ext>
            </a:extLst>
          </p:cNvPr>
          <p:cNvSpPr txBox="1"/>
          <p:nvPr/>
        </p:nvSpPr>
        <p:spPr>
          <a:xfrm>
            <a:off x="2661739" y="201920"/>
            <a:ext cx="55803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for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F591865-7D95-37E3-4819-51E7F5DDBFF3}"/>
              </a:ext>
            </a:extLst>
          </p:cNvPr>
          <p:cNvSpPr txBox="1"/>
          <p:nvPr/>
        </p:nvSpPr>
        <p:spPr>
          <a:xfrm>
            <a:off x="1794017" y="1523604"/>
            <a:ext cx="6742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文と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文の違い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51BEEB-1CF1-90B3-D627-A548FEDD7D71}"/>
              </a:ext>
            </a:extLst>
          </p:cNvPr>
          <p:cNvSpPr txBox="1"/>
          <p:nvPr/>
        </p:nvSpPr>
        <p:spPr>
          <a:xfrm>
            <a:off x="1002769" y="2468581"/>
            <a:ext cx="1778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B4C8EE7-AA54-D6D4-3BB8-7DD350901F1D}"/>
              </a:ext>
            </a:extLst>
          </p:cNvPr>
          <p:cNvSpPr txBox="1"/>
          <p:nvPr/>
        </p:nvSpPr>
        <p:spPr>
          <a:xfrm>
            <a:off x="1045633" y="3194242"/>
            <a:ext cx="39240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回の繰り返しに特化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つずつ</a:t>
            </a:r>
            <a:r>
              <a:rPr lang="en-US" altLang="ja-JP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が増加する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 )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の中に初期化・条件式・変化式をわかりやすく書ける→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速い</a:t>
            </a:r>
            <a:endParaRPr lang="en-US" altLang="ja-JP" sz="28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64995F0-DF8B-F4A0-D7D7-D0262A2A7DC2}"/>
              </a:ext>
            </a:extLst>
          </p:cNvPr>
          <p:cNvSpPr txBox="1"/>
          <p:nvPr/>
        </p:nvSpPr>
        <p:spPr>
          <a:xfrm>
            <a:off x="6419894" y="2468581"/>
            <a:ext cx="2696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5CF484B-8F05-8A46-4EF6-50D279C40F0E}"/>
              </a:ext>
            </a:extLst>
          </p:cNvPr>
          <p:cNvSpPr txBox="1"/>
          <p:nvPr/>
        </p:nvSpPr>
        <p:spPr>
          <a:xfrm>
            <a:off x="6462758" y="3194242"/>
            <a:ext cx="49672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回ではない繰り返しも可能</a:t>
            </a:r>
            <a:b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lang="en-US" altLang="ja-JP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は好きなように増加できる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・初期化は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の外、条件式は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( )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の中、変化式は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の中に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書く→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若干遅い</a:t>
            </a:r>
            <a:endParaRPr lang="en-US" altLang="ja-JP" sz="28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053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3DC72-1D10-DF3E-8C64-64F856A8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AD4C875-E9BD-26A4-CB5C-1790771A6C6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9F3125F4-1A06-FE3F-35DE-E3EE78B3A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52DB1D6B-A812-4818-4435-9E9A2D52F8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3A0F6457-2B58-10A8-3EAA-C7A99622B9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06596BF-3115-AF38-1EA3-1C2DE6AB35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F3E8ED7-5A91-D1DC-E746-7B13D0462F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FDE9ACDC-9164-41F1-565E-DE61C775CC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45635E9B-CD2B-5213-5FD8-6ED2272C15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32F300-59F8-5A4B-4573-837E96552572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FD3BF6-9336-EBE9-72CD-F452F3BB5513}"/>
              </a:ext>
            </a:extLst>
          </p:cNvPr>
          <p:cNvSpPr txBox="1"/>
          <p:nvPr/>
        </p:nvSpPr>
        <p:spPr>
          <a:xfrm>
            <a:off x="2661739" y="201920"/>
            <a:ext cx="55803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for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BCDF64-5E25-DDAE-3464-D69589DEA707}"/>
              </a:ext>
            </a:extLst>
          </p:cNvPr>
          <p:cNvSpPr txBox="1"/>
          <p:nvPr/>
        </p:nvSpPr>
        <p:spPr>
          <a:xfrm>
            <a:off x="1794017" y="1523604"/>
            <a:ext cx="6742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文と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文の違い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DB4A28-D6D6-B3D3-CAB9-8AD2633B6A02}"/>
              </a:ext>
            </a:extLst>
          </p:cNvPr>
          <p:cNvSpPr txBox="1"/>
          <p:nvPr/>
        </p:nvSpPr>
        <p:spPr>
          <a:xfrm>
            <a:off x="668513" y="3004433"/>
            <a:ext cx="7114644" cy="2677656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r>
              <a:rPr lang="en-US" altLang="ja-JP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en-US" altLang="ja-JP" sz="2400" b="1" dirty="0" err="1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&lt;&lt; i &lt;&lt; </a:t>
            </a:r>
            <a:r>
              <a:rPr lang="en-US" altLang="ja-JP" sz="2400" b="1" dirty="0" err="1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// </a:t>
            </a:r>
            <a:r>
              <a:rPr lang="ja-JP" altLang="en-US" sz="2400" b="1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↑</a:t>
            </a:r>
            <a:r>
              <a:rPr lang="ja-JP" altLang="en-US" sz="24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範囲外アクセスのため、エラー発生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7D0A538C-A52B-2479-6529-8B3A845AA929}"/>
              </a:ext>
            </a:extLst>
          </p:cNvPr>
          <p:cNvSpPr/>
          <p:nvPr/>
        </p:nvSpPr>
        <p:spPr>
          <a:xfrm>
            <a:off x="668515" y="2567881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D538E86-8C38-0760-0397-0720E73E1C1C}"/>
              </a:ext>
            </a:extLst>
          </p:cNvPr>
          <p:cNvSpPr txBox="1"/>
          <p:nvPr/>
        </p:nvSpPr>
        <p:spPr>
          <a:xfrm>
            <a:off x="7934325" y="2995415"/>
            <a:ext cx="44014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文の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の中でしか使えない。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 }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の外で使おうとすると範囲外アクセスでエラーとなる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C5D365FF-3422-BBAB-6A06-3631CCC97329}"/>
              </a:ext>
            </a:extLst>
          </p:cNvPr>
          <p:cNvGrpSpPr/>
          <p:nvPr/>
        </p:nvGrpSpPr>
        <p:grpSpPr>
          <a:xfrm>
            <a:off x="0" y="2250668"/>
            <a:ext cx="12192000" cy="4283115"/>
            <a:chOff x="306026" y="7991072"/>
            <a:chExt cx="12192000" cy="4283115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134963BE-DEDB-8D42-F957-EBCC4F5002A1}"/>
                </a:ext>
              </a:extLst>
            </p:cNvPr>
            <p:cNvSpPr/>
            <p:nvPr/>
          </p:nvSpPr>
          <p:spPr>
            <a:xfrm>
              <a:off x="306026" y="8086134"/>
              <a:ext cx="12192000" cy="41880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799CA7E-271E-F94D-7736-852221F21C46}"/>
                </a:ext>
              </a:extLst>
            </p:cNvPr>
            <p:cNvSpPr txBox="1"/>
            <p:nvPr/>
          </p:nvSpPr>
          <p:spPr>
            <a:xfrm>
              <a:off x="921689" y="8483727"/>
              <a:ext cx="7268657" cy="3785652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ja-JP" sz="2400" dirty="0">
                  <a:solidFill>
                    <a:srgbClr val="579ED8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main</a:t>
              </a:r>
              <a:r>
                <a:rPr lang="en-US" altLang="ja-JP" sz="2400" dirty="0">
                  <a:solidFill>
                    <a:srgbClr val="FFDB0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(){</a:t>
              </a:r>
            </a:p>
            <a:p>
              <a:r>
                <a:rPr lang="en-US" altLang="ja-JP" sz="2400" dirty="0">
                  <a:solidFill>
                    <a:srgbClr val="B580C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rgbClr val="579ED8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BFDAB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  <a:endPara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altLang="ja-JP" sz="2400" dirty="0">
                  <a:solidFill>
                    <a:srgbClr val="B580C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while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BFDAB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10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</a:t>
              </a:r>
              <a:r>
                <a:rPr lang="ja-JP" alt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{</a:t>
              </a:r>
            </a:p>
            <a:p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    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cout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</a:t>
              </a:r>
              <a:r>
                <a:rPr lang="en-US" altLang="ja-JP" sz="2400" dirty="0">
                  <a:solidFill>
                    <a:srgbClr val="DF8B59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 err="1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endl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</a:p>
            <a:p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    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++;</a:t>
              </a:r>
            </a:p>
            <a:p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}</a:t>
              </a:r>
            </a:p>
            <a:p>
              <a:r>
                <a:rPr lang="en-US" altLang="ja-JP" sz="24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cout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 err="1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r>
                <a:rPr lang="en-US" altLang="ja-JP" sz="2400" dirty="0">
                  <a:solidFill>
                    <a:srgbClr val="9FD9F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&lt;&lt;</a:t>
              </a:r>
              <a:r>
                <a:rPr lang="en-US" altLang="ja-JP" sz="2400" dirty="0">
                  <a:solidFill>
                    <a:srgbClr val="DF8B59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altLang="ja-JP" sz="2400" dirty="0" err="1">
                  <a:solidFill>
                    <a:srgbClr val="E8D69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endl</a:t>
              </a:r>
              <a:r>
                <a:rPr lang="en-US" altLang="ja-JP" sz="2400" dirty="0">
                  <a:solidFill>
                    <a:schemeClr val="bg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;</a:t>
              </a:r>
              <a:endPara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altLang="ja-JP" sz="2400" b="1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//</a:t>
              </a:r>
              <a:r>
                <a:rPr lang="en-US" altLang="ja-JP" sz="2400" b="1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ja-JP" altLang="en-US" sz="2400" b="1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↑</a:t>
              </a:r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while</a:t>
              </a:r>
              <a:r>
                <a:rPr lang="ja-JP" altLang="en-US" sz="2400" b="1" dirty="0">
                  <a:solidFill>
                    <a:srgbClr val="498D55"/>
                  </a:solidFill>
                  <a:latin typeface="+mn-ea"/>
                  <a:cs typeface="Cascadia Code" panose="020B0609020000020004" pitchFamily="49" charset="0"/>
                </a:rPr>
                <a:t>の前に</a:t>
              </a:r>
              <a:r>
                <a:rPr lang="en-US" altLang="ja-JP" sz="2400" dirty="0" err="1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</a:t>
              </a:r>
              <a:r>
                <a:rPr lang="ja-JP" altLang="en-US" sz="2400" b="1" dirty="0">
                  <a:solidFill>
                    <a:srgbClr val="498D55"/>
                  </a:solidFill>
                  <a:latin typeface="+mn-ea"/>
                  <a:cs typeface="Cascadia Code" panose="020B0609020000020004" pitchFamily="49" charset="0"/>
                </a:rPr>
                <a:t>を宣言してるから</a:t>
              </a:r>
              <a:br>
                <a:rPr lang="en-US" altLang="ja-JP" sz="2400" b="1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US" altLang="ja-JP" sz="2400" b="1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altLang="ja-JP" sz="2400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//</a:t>
              </a:r>
              <a:r>
                <a:rPr lang="en-US" altLang="ja-JP" sz="2400" b="1" dirty="0">
                  <a:solidFill>
                    <a:srgbClr val="498D5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ja-JP" altLang="en-US" sz="2400" b="1" dirty="0">
                  <a:solidFill>
                    <a:srgbClr val="498D55"/>
                  </a:solidFill>
                  <a:latin typeface="+mn-ea"/>
                  <a:cs typeface="Cascadia Code" panose="020B0609020000020004" pitchFamily="49" charset="0"/>
                </a:rPr>
                <a:t>エラーは発生しない</a:t>
              </a:r>
              <a:endParaRPr lang="en-US" altLang="ja-JP" sz="24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endParaRPr>
            </a:p>
            <a:p>
              <a:r>
                <a:rPr lang="en-US" altLang="ja-JP" sz="2400" dirty="0">
                  <a:solidFill>
                    <a:srgbClr val="FFDB0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}</a:t>
              </a:r>
            </a:p>
          </p:txBody>
        </p:sp>
        <p:sp>
          <p:nvSpPr>
            <p:cNvPr id="20" name="四角形: 1 つの角を切り取る 19">
              <a:extLst>
                <a:ext uri="{FF2B5EF4-FFF2-40B4-BE49-F238E27FC236}">
                  <a16:creationId xmlns:a16="http://schemas.microsoft.com/office/drawing/2014/main" id="{70FA54B2-26A5-5223-5C2D-EE23CD550543}"/>
                </a:ext>
              </a:extLst>
            </p:cNvPr>
            <p:cNvSpPr/>
            <p:nvPr/>
          </p:nvSpPr>
          <p:spPr>
            <a:xfrm>
              <a:off x="921689" y="7991072"/>
              <a:ext cx="1663173" cy="487847"/>
            </a:xfrm>
            <a:prstGeom prst="snip1Rect">
              <a:avLst>
                <a:gd name="adj" fmla="val 17673"/>
              </a:avLst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b="1" dirty="0">
                  <a:latin typeface="HG丸ｺﾞｼｯｸM-PRO" panose="020F0600000000000000" pitchFamily="50" charset="-128"/>
                  <a:ea typeface="HG丸ｺﾞｼｯｸM-PRO" panose="020F0600000000000000" pitchFamily="50" charset="-128"/>
                </a:rPr>
                <a:t>コード例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2E78739-546A-2C98-F5E5-4696DCB8E7A1}"/>
                </a:ext>
              </a:extLst>
            </p:cNvPr>
            <p:cNvSpPr txBox="1"/>
            <p:nvPr/>
          </p:nvSpPr>
          <p:spPr>
            <a:xfrm>
              <a:off x="8315037" y="9255758"/>
              <a:ext cx="4058297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while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文であれば</a:t>
              </a:r>
              <a:endPara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endParaRPr>
            </a:p>
            <a:p>
              <a:r>
                <a: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while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文の</a:t>
              </a:r>
              <a:r>
                <a:rPr lang="en-US" altLang="ja-JP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{ }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の外で</a:t>
              </a:r>
              <a:r>
                <a:rPr lang="en-US" altLang="ja-JP" sz="2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i</a:t>
              </a:r>
              <a:r>
                <a:rPr lang="ja-JP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Cascadia Code" panose="020B0609020000020004" pitchFamily="49" charset="0"/>
                </a:rPr>
                <a:t>を使っても範囲外エラーは発生しない</a:t>
              </a:r>
              <a:endPara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752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54106-DEC3-1192-0854-3B1644A84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F5A84E9-8BE5-19B0-6BF7-C3E402C2271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58C5A7C-2F2C-5F1B-3AC6-E921FB48F7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5A993757-C74D-B70C-3C35-27C0CEC093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D3ABD8DB-3440-FF37-509C-A34B1F3569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72B1F97-8D3B-F753-1118-7761D61B2A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054F53D4-601C-C9DC-3F2D-1C0B7EF274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E0DDFBCB-5A08-06D6-6617-DE52D097DE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C958C1CF-3CCA-8241-C57F-4B31675D2A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5D2DE62-036F-56A8-E98C-825CD0D05D53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8C0EB07-A8D0-8268-7A33-BDCFBAFDC42C}"/>
              </a:ext>
            </a:extLst>
          </p:cNvPr>
          <p:cNvSpPr txBox="1"/>
          <p:nvPr/>
        </p:nvSpPr>
        <p:spPr>
          <a:xfrm>
            <a:off x="2661739" y="201920"/>
            <a:ext cx="55803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for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68DE615-57C5-DEE6-4A2B-420BE5ADF0F5}"/>
              </a:ext>
            </a:extLst>
          </p:cNvPr>
          <p:cNvSpPr txBox="1"/>
          <p:nvPr/>
        </p:nvSpPr>
        <p:spPr>
          <a:xfrm>
            <a:off x="1794017" y="1523604"/>
            <a:ext cx="59955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重の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文について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7660C7A-AEA0-83D3-E537-DA0E27F506B5}"/>
              </a:ext>
            </a:extLst>
          </p:cNvPr>
          <p:cNvSpPr txBox="1"/>
          <p:nvPr/>
        </p:nvSpPr>
        <p:spPr>
          <a:xfrm>
            <a:off x="668512" y="3004433"/>
            <a:ext cx="7121057" cy="2246769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altLang="ja-JP" sz="2000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</a:t>
            </a:r>
            <a:r>
              <a:rPr lang="en-US" altLang="ja-JP" sz="2000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“,”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6F9E3AD7-76B2-3C29-8C25-4DE3B386FD14}"/>
              </a:ext>
            </a:extLst>
          </p:cNvPr>
          <p:cNvSpPr/>
          <p:nvPr/>
        </p:nvSpPr>
        <p:spPr>
          <a:xfrm>
            <a:off x="668515" y="2567881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EFB2BC7-3EC7-CAD7-7C83-0474AE349FBE}"/>
              </a:ext>
            </a:extLst>
          </p:cNvPr>
          <p:cNvSpPr txBox="1"/>
          <p:nvPr/>
        </p:nvSpPr>
        <p:spPr>
          <a:xfrm>
            <a:off x="651172" y="5187582"/>
            <a:ext cx="10669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左を実行すると、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数の組み合わせをすべて出力できる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文を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重に重ねる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ことで、複雑な動きを実装できる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F7886B-DE62-998B-1168-186587B5F62A}"/>
              </a:ext>
            </a:extLst>
          </p:cNvPr>
          <p:cNvSpPr txBox="1"/>
          <p:nvPr/>
        </p:nvSpPr>
        <p:spPr>
          <a:xfrm>
            <a:off x="8085622" y="2609307"/>
            <a:ext cx="3796454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1,1</a:t>
            </a:r>
          </a:p>
          <a:p>
            <a:r>
              <a:rPr lang="en-US" altLang="ja-JP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1,2</a:t>
            </a:r>
            <a:br>
              <a:rPr lang="en-US" altLang="ja-JP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ja-JP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1,3</a:t>
            </a:r>
          </a:p>
          <a:p>
            <a:r>
              <a:rPr lang="en-US" altLang="ja-JP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2,1</a:t>
            </a:r>
          </a:p>
          <a:p>
            <a:r>
              <a:rPr lang="en-US" altLang="ja-JP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2,2</a:t>
            </a:r>
          </a:p>
          <a:p>
            <a:r>
              <a:rPr lang="en-US" altLang="ja-JP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2,3</a:t>
            </a:r>
          </a:p>
          <a:p>
            <a:r>
              <a:rPr lang="en-US" altLang="ja-JP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3,1</a:t>
            </a:r>
          </a:p>
          <a:p>
            <a:r>
              <a:rPr lang="en-US" altLang="ja-JP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3,2</a:t>
            </a:r>
          </a:p>
          <a:p>
            <a:r>
              <a:rPr lang="en-US" altLang="ja-JP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3,3</a:t>
            </a:r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1D641CC9-05A9-FAF7-41C4-F993854A07B5}"/>
              </a:ext>
            </a:extLst>
          </p:cNvPr>
          <p:cNvSpPr/>
          <p:nvPr/>
        </p:nvSpPr>
        <p:spPr>
          <a:xfrm>
            <a:off x="8085622" y="2190241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</a:p>
        </p:txBody>
      </p:sp>
    </p:spTree>
    <p:extLst>
      <p:ext uri="{BB962C8B-B14F-4D97-AF65-F5344CB8AC3E}">
        <p14:creationId xmlns:p14="http://schemas.microsoft.com/office/powerpoint/2010/main" val="366224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7CD5F-D386-7A25-E4E8-B6FC0A9C0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E276F6A-3FA6-1072-C708-77DC04F1F8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0121059E-890D-36EE-2B27-9D7E1ABC37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A3023890-ADDA-7B44-21DD-8CD174780D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4F8733D4-5228-F077-A0E7-6573F9940C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89F3E51-C9CA-31CF-3176-627BE7F3BC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03401738-22EE-1606-CC9B-AD75201772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D42330F6-0122-DA41-FF20-056B3F6C65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85154173-8D7D-10E6-6B60-6833BE1186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0E8FB7-4A3D-0ACA-9912-CF9769A1248E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642E9F7-7C59-3EFA-E82E-BAC4F0BBE549}"/>
              </a:ext>
            </a:extLst>
          </p:cNvPr>
          <p:cNvSpPr txBox="1"/>
          <p:nvPr/>
        </p:nvSpPr>
        <p:spPr>
          <a:xfrm>
            <a:off x="2661739" y="201920"/>
            <a:ext cx="55803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for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9CAD2AC-5080-B9C8-A1B4-9894715104CC}"/>
              </a:ext>
            </a:extLst>
          </p:cNvPr>
          <p:cNvSpPr txBox="1"/>
          <p:nvPr/>
        </p:nvSpPr>
        <p:spPr>
          <a:xfrm>
            <a:off x="1794017" y="1523604"/>
            <a:ext cx="84737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プログラミングの問題を解こう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D47D7AD-2DAA-F47F-2A29-0B1FEFF6F4CA}"/>
              </a:ext>
            </a:extLst>
          </p:cNvPr>
          <p:cNvSpPr txBox="1"/>
          <p:nvPr/>
        </p:nvSpPr>
        <p:spPr>
          <a:xfrm>
            <a:off x="709868" y="2402582"/>
            <a:ext cx="106691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問題：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太郎君と花子さんが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回じゃんけんを行った。</a:t>
            </a:r>
            <a:b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それぞれの出した手を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回目から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回目まで</a:t>
            </a:r>
            <a:b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en-US" altLang="ja-JP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</a:t>
            </a:r>
            <a:r>
              <a:rPr lang="ja-JP" altLang="en-US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（グー</a:t>
            </a:r>
            <a:r>
              <a:rPr lang="en-US" altLang="ja-JP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),S(</a:t>
            </a:r>
            <a:r>
              <a:rPr lang="ja-JP" altLang="en-US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チョキ</a:t>
            </a:r>
            <a:r>
              <a:rPr lang="en-US" altLang="ja-JP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),P(</a:t>
            </a:r>
            <a:r>
              <a:rPr lang="ja-JP" altLang="en-US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パー</a:t>
            </a:r>
            <a:r>
              <a:rPr lang="en-US" altLang="ja-JP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として繋げ、</a:t>
            </a:r>
            <a:endParaRPr lang="en-US" altLang="ja-JP" sz="24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長さ</a:t>
            </a:r>
            <a:r>
              <a:rPr lang="en-US" altLang="ja-JP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N,</a:t>
            </a:r>
            <a:r>
              <a:rPr lang="ja-JP" altLang="en-US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文字列</a:t>
            </a:r>
            <a:r>
              <a:rPr lang="en-US" altLang="ja-JP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lang="ja-JP" altLang="en-US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en-US" altLang="ja-JP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</a:t>
            </a:r>
            <a:r>
              <a:rPr lang="ja-JP" altLang="en-US" sz="2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として順番に入力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する。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全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回のじゃんけんにおいて、太郎君の勝利した回数を出力せよ。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B2F1AC6-5D61-05C2-AC4E-5FCB5ED0391F}"/>
              </a:ext>
            </a:extLst>
          </p:cNvPr>
          <p:cNvSpPr txBox="1"/>
          <p:nvPr/>
        </p:nvSpPr>
        <p:spPr>
          <a:xfrm>
            <a:off x="7159301" y="2828891"/>
            <a:ext cx="2111699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</a:p>
          <a:p>
            <a:pPr rtl="0">
              <a:buNone/>
            </a:pPr>
            <a:r>
              <a:rPr lang="en-US" altLang="ja-JP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RSPRS</a:t>
            </a:r>
          </a:p>
          <a:p>
            <a:pPr rtl="0">
              <a:buNone/>
            </a:pPr>
            <a:r>
              <a:rPr lang="en-US" altLang="ja-JP" sz="2800" i="0" u="none" strike="noStrike" dirty="0">
                <a:solidFill>
                  <a:schemeClr val="bg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PSPSP</a:t>
            </a:r>
          </a:p>
        </p:txBody>
      </p:sp>
      <p:sp>
        <p:nvSpPr>
          <p:cNvPr id="18" name="四角形: 1 つの角を切り取る 17">
            <a:extLst>
              <a:ext uri="{FF2B5EF4-FFF2-40B4-BE49-F238E27FC236}">
                <a16:creationId xmlns:a16="http://schemas.microsoft.com/office/drawing/2014/main" id="{3C802A8F-667B-4F2F-6031-D8797FBFCFA7}"/>
              </a:ext>
            </a:extLst>
          </p:cNvPr>
          <p:cNvSpPr/>
          <p:nvPr/>
        </p:nvSpPr>
        <p:spPr>
          <a:xfrm>
            <a:off x="7159301" y="2409825"/>
            <a:ext cx="1366632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</a:t>
            </a:r>
            <a:r>
              <a:rPr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</a:t>
            </a:r>
            <a:r>
              <a:rPr kumimoji="1"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力</a:t>
            </a:r>
            <a:r>
              <a:rPr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例</a:t>
            </a:r>
            <a:r>
              <a:rPr lang="en-US" altLang="ja-JP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</a:t>
            </a:r>
            <a:endParaRPr kumimoji="1" lang="ja-JP" altLang="en-US" sz="20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4D1F784-9F28-064B-9CAC-81DA01FE2515}"/>
              </a:ext>
            </a:extLst>
          </p:cNvPr>
          <p:cNvSpPr txBox="1"/>
          <p:nvPr/>
        </p:nvSpPr>
        <p:spPr>
          <a:xfrm>
            <a:off x="1794017" y="5053052"/>
            <a:ext cx="3184383" cy="13542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16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1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1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altLang="ja-JP" sz="16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string </a:t>
            </a:r>
            <a:r>
              <a:rPr lang="en-US" altLang="ja-JP" sz="1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</a:t>
            </a:r>
            <a:r>
              <a:rPr lang="en-US" altLang="ja-JP" sz="1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1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</a:t>
            </a:r>
            <a:r>
              <a:rPr lang="en-US" altLang="ja-JP" sz="1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altLang="ja-JP" sz="16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”Hello”</a:t>
            </a:r>
            <a:r>
              <a:rPr lang="en-US" altLang="ja-JP" sz="1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16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1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1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</a:t>
            </a:r>
            <a:r>
              <a:rPr lang="en-US" altLang="ja-JP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16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16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6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16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6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1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16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20" name="四角形: 1 つの角を切り取る 19">
            <a:extLst>
              <a:ext uri="{FF2B5EF4-FFF2-40B4-BE49-F238E27FC236}">
                <a16:creationId xmlns:a16="http://schemas.microsoft.com/office/drawing/2014/main" id="{C32F15A8-5835-B928-D17B-717E01C5FD47}"/>
              </a:ext>
            </a:extLst>
          </p:cNvPr>
          <p:cNvSpPr/>
          <p:nvPr/>
        </p:nvSpPr>
        <p:spPr>
          <a:xfrm>
            <a:off x="1794018" y="4624527"/>
            <a:ext cx="1143916" cy="428526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A5FCCCD-B413-7C4C-ECF3-00CB07996E06}"/>
              </a:ext>
            </a:extLst>
          </p:cNvPr>
          <p:cNvSpPr txBox="1"/>
          <p:nvPr/>
        </p:nvSpPr>
        <p:spPr>
          <a:xfrm>
            <a:off x="711669" y="4657034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補足：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0641CA6-D08C-9B3C-AE7E-9F26445BBD28}"/>
              </a:ext>
            </a:extLst>
          </p:cNvPr>
          <p:cNvSpPr txBox="1"/>
          <p:nvPr/>
        </p:nvSpPr>
        <p:spPr>
          <a:xfrm>
            <a:off x="9453769" y="2821648"/>
            <a:ext cx="2111699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6A0F8D92-9356-4B25-4A42-B251FEF92C3D}"/>
              </a:ext>
            </a:extLst>
          </p:cNvPr>
          <p:cNvSpPr/>
          <p:nvPr/>
        </p:nvSpPr>
        <p:spPr>
          <a:xfrm>
            <a:off x="9453769" y="2402582"/>
            <a:ext cx="1366632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  <a:r>
              <a:rPr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例</a:t>
            </a:r>
            <a:r>
              <a:rPr lang="en-US" altLang="ja-JP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</a:t>
            </a:r>
            <a:endParaRPr kumimoji="1" lang="ja-JP" altLang="en-US" sz="20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5D4239E-42A8-F4E5-2A00-7FB16F2E0B19}"/>
              </a:ext>
            </a:extLst>
          </p:cNvPr>
          <p:cNvSpPr txBox="1"/>
          <p:nvPr/>
        </p:nvSpPr>
        <p:spPr>
          <a:xfrm>
            <a:off x="7785170" y="5000801"/>
            <a:ext cx="3337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文字列の</a:t>
            </a:r>
            <a:r>
              <a:rPr lang="en-US" altLang="ja-JP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番目の文字は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[i-1]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で指定できる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53B4094-A3B9-4E35-F8BB-95A00A54156B}"/>
              </a:ext>
            </a:extLst>
          </p:cNvPr>
          <p:cNvSpPr txBox="1"/>
          <p:nvPr/>
        </p:nvSpPr>
        <p:spPr>
          <a:xfrm>
            <a:off x="5224179" y="5072786"/>
            <a:ext cx="2111699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H</a:t>
            </a:r>
          </a:p>
        </p:txBody>
      </p:sp>
      <p:sp>
        <p:nvSpPr>
          <p:cNvPr id="25" name="四角形: 1 つの角を切り取る 24">
            <a:extLst>
              <a:ext uri="{FF2B5EF4-FFF2-40B4-BE49-F238E27FC236}">
                <a16:creationId xmlns:a16="http://schemas.microsoft.com/office/drawing/2014/main" id="{3C828065-8873-E9C2-689F-40A8600147F5}"/>
              </a:ext>
            </a:extLst>
          </p:cNvPr>
          <p:cNvSpPr/>
          <p:nvPr/>
        </p:nvSpPr>
        <p:spPr>
          <a:xfrm>
            <a:off x="5224179" y="4653720"/>
            <a:ext cx="1366632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出力</a:t>
            </a:r>
            <a:r>
              <a:rPr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例</a:t>
            </a:r>
            <a:endParaRPr kumimoji="1" lang="ja-JP" altLang="en-US" sz="20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821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BB410-A77B-0BE8-2BE4-103BE6D0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FC5D2A5-6DB5-D336-63FE-F7CE9343CE8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9A616E9C-D7E9-13C7-2ECD-212663150F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680D240-0DF9-A779-F802-493516B683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E468EE38-74E6-1EF8-9558-B2145C6540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49758EE-A906-A4C4-3247-FF2E8464AE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9042D97-6730-2596-38A2-BE5B158D0B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4DD62A56-4E95-9820-EF1D-DD5D625E08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6D5077DB-8B3D-3B30-3BA1-9F6C6051CC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196FFF3-697F-876B-97D9-F3785999915E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2CEB7C-B856-6591-F839-DD0455786E46}"/>
              </a:ext>
            </a:extLst>
          </p:cNvPr>
          <p:cNvSpPr txBox="1"/>
          <p:nvPr/>
        </p:nvSpPr>
        <p:spPr>
          <a:xfrm>
            <a:off x="2661739" y="201920"/>
            <a:ext cx="55803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for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765DAEE-B439-5FBF-61B3-2047C575F686}"/>
              </a:ext>
            </a:extLst>
          </p:cNvPr>
          <p:cNvSpPr txBox="1"/>
          <p:nvPr/>
        </p:nvSpPr>
        <p:spPr>
          <a:xfrm>
            <a:off x="1794017" y="1523604"/>
            <a:ext cx="84737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プログラミングの問題を解こう</a:t>
            </a:r>
            <a:endParaRPr lang="en-US" altLang="ja-JP" sz="4800" b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C69E687-F21A-C4D9-0CC0-2DF45C9EE7CC}"/>
              </a:ext>
            </a:extLst>
          </p:cNvPr>
          <p:cNvSpPr txBox="1"/>
          <p:nvPr/>
        </p:nvSpPr>
        <p:spPr>
          <a:xfrm>
            <a:off x="5645925" y="2354601"/>
            <a:ext cx="1066919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入力から受け取る必要のある情報は、</a:t>
            </a:r>
            <a:b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N(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じゃんけんの回数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T(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太郎君の手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H(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花子さんの手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en-US" altLang="ja-JP" sz="1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そして、最終的に太郎君が勝った回数を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記録する</a:t>
            </a:r>
            <a:r>
              <a:rPr lang="en-US" altLang="ja-JP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ans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を定義した。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真ん中では、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文で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N-1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文字目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を処理したいので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1D04B1B-1044-60DF-4AE9-7DFBEC4C1F87}"/>
              </a:ext>
            </a:extLst>
          </p:cNvPr>
          <p:cNvSpPr txBox="1"/>
          <p:nvPr/>
        </p:nvSpPr>
        <p:spPr>
          <a:xfrm>
            <a:off x="512950" y="2783127"/>
            <a:ext cx="4955960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  <a:endParaRPr lang="en-US" altLang="ja-JP" dirty="0">
              <a:solidFill>
                <a:srgbClr val="579ED8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string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処理を書く</a:t>
            </a:r>
            <a:endParaRPr lang="en-US" altLang="ja-JP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20" name="四角形: 1 つの角を切り取る 19">
            <a:extLst>
              <a:ext uri="{FF2B5EF4-FFF2-40B4-BE49-F238E27FC236}">
                <a16:creationId xmlns:a16="http://schemas.microsoft.com/office/drawing/2014/main" id="{0E7CD4EA-AB1D-159B-AA7C-3CB0017AB475}"/>
              </a:ext>
            </a:extLst>
          </p:cNvPr>
          <p:cNvSpPr/>
          <p:nvPr/>
        </p:nvSpPr>
        <p:spPr>
          <a:xfrm>
            <a:off x="512950" y="2354601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</p:spTree>
    <p:extLst>
      <p:ext uri="{BB962C8B-B14F-4D97-AF65-F5344CB8AC3E}">
        <p14:creationId xmlns:p14="http://schemas.microsoft.com/office/powerpoint/2010/main" val="72013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3BD02-6560-97A5-CB94-A011F5F9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47F038B-3986-51B5-3F32-AF0224BF4F9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02F139C4-5D1E-5E01-7B25-144335B8CA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E04B4552-4353-C665-C297-86E7C73A66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70BBF9A-1D1E-1424-5541-CEC7D98EBD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7DCA859-65FE-CD2B-3ABA-6A61D283A9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63F80D4-E5C5-8A8C-A2D5-7AA541CF73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E962EC51-6DEA-84E4-9F4B-743624A599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DF8FFE01-7334-B248-6FEF-817E13D97D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FEEE930-7D8D-8579-000B-A602530373E2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en-US" altLang="ja-JP" sz="11500" b="1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D20705B-D01D-A14D-EEA7-F221A774FAA1}"/>
              </a:ext>
            </a:extLst>
          </p:cNvPr>
          <p:cNvSpPr txBox="1"/>
          <p:nvPr/>
        </p:nvSpPr>
        <p:spPr>
          <a:xfrm>
            <a:off x="2661739" y="201920"/>
            <a:ext cx="55803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</a:t>
            </a:r>
            <a:r>
              <a:rPr lang="en-US" altLang="ja-JP" sz="4400" b="1" dirty="0">
                <a:solidFill>
                  <a:schemeClr val="bg1"/>
                </a:solidFill>
              </a:rPr>
              <a:t>for</a:t>
            </a:r>
            <a:r>
              <a:rPr lang="ja-JP" altLang="en-US" sz="4400" b="1" dirty="0">
                <a:solidFill>
                  <a:schemeClr val="bg1"/>
                </a:solidFill>
              </a:rPr>
              <a:t>文について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60AD9BC-BFD2-6AE8-63A6-0DB5748CC78A}"/>
              </a:ext>
            </a:extLst>
          </p:cNvPr>
          <p:cNvSpPr txBox="1"/>
          <p:nvPr/>
        </p:nvSpPr>
        <p:spPr>
          <a:xfrm>
            <a:off x="1794017" y="1523604"/>
            <a:ext cx="84737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プログラミングの問題を解こう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14A2F39-52AE-575A-E30F-BA2F092341DA}"/>
              </a:ext>
            </a:extLst>
          </p:cNvPr>
          <p:cNvSpPr txBox="1"/>
          <p:nvPr/>
        </p:nvSpPr>
        <p:spPr>
          <a:xfrm>
            <a:off x="512950" y="2723858"/>
            <a:ext cx="5132975" cy="28931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  <a:endParaRPr lang="en-US" altLang="ja-JP" sz="1400" dirty="0">
              <a:solidFill>
                <a:srgbClr val="579ED8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1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14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string 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cin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 </a:t>
            </a:r>
            <a:r>
              <a:rPr lang="en-US" altLang="ja-JP" sz="1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1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1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1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</a:t>
            </a:r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1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‘R’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&amp;&amp; 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‘S’</a:t>
            </a:r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++;</a:t>
            </a:r>
            <a:endParaRPr lang="en-US" altLang="ja-JP" sz="1400" dirty="0">
              <a:solidFill>
                <a:srgbClr val="B580C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1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</a:t>
            </a:r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‘S’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&amp;&amp; 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‘P’</a:t>
            </a:r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++;</a:t>
            </a:r>
          </a:p>
          <a:p>
            <a:r>
              <a:rPr lang="ja-JP" altLang="en-US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　　　</a:t>
            </a:r>
            <a:r>
              <a:rPr lang="en-US" altLang="ja-JP" sz="1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if</a:t>
            </a:r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‘P’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&amp;&amp; 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DF8B5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‘R’</a:t>
            </a:r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++;</a:t>
            </a:r>
          </a:p>
          <a:p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1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ja-JP" sz="1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1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1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1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20" name="四角形: 1 つの角を切り取る 19">
            <a:extLst>
              <a:ext uri="{FF2B5EF4-FFF2-40B4-BE49-F238E27FC236}">
                <a16:creationId xmlns:a16="http://schemas.microsoft.com/office/drawing/2014/main" id="{6918C091-B32A-7A12-78CC-02F365BDF2A0}"/>
              </a:ext>
            </a:extLst>
          </p:cNvPr>
          <p:cNvSpPr/>
          <p:nvPr/>
        </p:nvSpPr>
        <p:spPr>
          <a:xfrm>
            <a:off x="512950" y="2295332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D57D9E-56A9-EC9D-CAEF-19804DBF9F7F}"/>
              </a:ext>
            </a:extLst>
          </p:cNvPr>
          <p:cNvSpPr txBox="1"/>
          <p:nvPr/>
        </p:nvSpPr>
        <p:spPr>
          <a:xfrm>
            <a:off x="5645925" y="2498535"/>
            <a:ext cx="603312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一般に左のような解答が想定される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問題は、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2024/2025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年の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日本情報オリンピック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(JOI)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予選第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問目から引用、一部改変。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競技プログラミングの一例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BB025B3-B6ED-C490-00F4-BA21BB83EBD2}"/>
              </a:ext>
            </a:extLst>
          </p:cNvPr>
          <p:cNvSpPr txBox="1"/>
          <p:nvPr/>
        </p:nvSpPr>
        <p:spPr>
          <a:xfrm>
            <a:off x="5645925" y="4610515"/>
            <a:ext cx="5496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3"/>
              </a:rPr>
              <a:t>JOI 2024/2025 </a:t>
            </a:r>
            <a:r>
              <a:rPr lang="ja-JP" altLang="en-US" dirty="0">
                <a:hlinkClick r:id="rId3"/>
              </a:rPr>
              <a:t>一次予選 </a:t>
            </a:r>
            <a:r>
              <a:rPr lang="en-US" altLang="ja-JP" dirty="0">
                <a:hlinkClick r:id="rId3"/>
              </a:rPr>
              <a:t>(</a:t>
            </a:r>
            <a:r>
              <a:rPr lang="ja-JP" altLang="en-US" dirty="0">
                <a:hlinkClick r:id="rId3"/>
              </a:rPr>
              <a:t>第</a:t>
            </a:r>
            <a:r>
              <a:rPr lang="en-US" altLang="ja-JP" dirty="0">
                <a:hlinkClick r:id="rId3"/>
              </a:rPr>
              <a:t>2</a:t>
            </a:r>
            <a:r>
              <a:rPr lang="ja-JP" altLang="en-US" dirty="0">
                <a:hlinkClick r:id="rId3"/>
              </a:rPr>
              <a:t>回</a:t>
            </a:r>
            <a:r>
              <a:rPr lang="en-US" altLang="ja-JP" dirty="0">
                <a:hlinkClick r:id="rId3"/>
              </a:rPr>
              <a:t>) </a:t>
            </a:r>
            <a:r>
              <a:rPr lang="ja-JP" altLang="en-US" dirty="0">
                <a:hlinkClick r:id="rId3"/>
              </a:rPr>
              <a:t>過去問 </a:t>
            </a:r>
            <a:r>
              <a:rPr lang="en-US" altLang="ja-JP" dirty="0">
                <a:hlinkClick r:id="rId3"/>
              </a:rPr>
              <a:t>– </a:t>
            </a:r>
            <a:r>
              <a:rPr lang="en-US" altLang="ja-JP" dirty="0" err="1">
                <a:hlinkClick r:id="rId3"/>
              </a:rPr>
              <a:t>AtCoder</a:t>
            </a:r>
            <a:endParaRPr lang="en-US" altLang="ja-JP" dirty="0"/>
          </a:p>
          <a:p>
            <a:r>
              <a:rPr lang="en-US" altLang="ja-JP" dirty="0"/>
              <a:t>https://atcoder.jp/contests/joi2025yo1b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558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7D36-D96F-43F0-E953-B850C8F8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5E704B3-AD33-DEFF-724A-20CBD9D722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58E02A7A-A299-7ED3-173F-008D6FC3C2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70AD1EA9-8F65-D32A-3979-0EBF7DB612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1A87BB5-5C83-684D-0D80-65FCD37717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EBF846A-56F4-FF35-6247-11D53BFE3A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8A4ED6F-157B-DA5D-515B-40D01F771D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E460029C-A0EE-A6CC-B65F-E0460D1B75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93CDA75-E1E2-1DF8-D63B-4BDA7654BB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7C15CEF-2880-A078-6DF4-26948BEEBB81}"/>
              </a:ext>
            </a:extLst>
          </p:cNvPr>
          <p:cNvSpPr txBox="1"/>
          <p:nvPr/>
        </p:nvSpPr>
        <p:spPr>
          <a:xfrm>
            <a:off x="0" y="21614"/>
            <a:ext cx="18473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115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8E9842A-4F49-F630-70F2-7B53B1444B74}"/>
              </a:ext>
            </a:extLst>
          </p:cNvPr>
          <p:cNvSpPr txBox="1"/>
          <p:nvPr/>
        </p:nvSpPr>
        <p:spPr>
          <a:xfrm>
            <a:off x="2661739" y="201920"/>
            <a:ext cx="53767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の配列について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970F497-846A-B3B4-DD96-078961C4DFE5}"/>
              </a:ext>
            </a:extLst>
          </p:cNvPr>
          <p:cNvSpPr txBox="1"/>
          <p:nvPr/>
        </p:nvSpPr>
        <p:spPr>
          <a:xfrm>
            <a:off x="880803" y="2181332"/>
            <a:ext cx="106691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</a:t>
            </a:r>
            <a:r>
              <a:rPr lang="ja-JP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・配列とは</a:t>
            </a:r>
            <a:r>
              <a:rPr lang="en-US" altLang="ja-JP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雰囲気</a:t>
            </a:r>
            <a:r>
              <a:rPr lang="en-US" altLang="ja-JP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C9F4DC7-4104-FEAB-00D1-47F379052118}"/>
              </a:ext>
            </a:extLst>
          </p:cNvPr>
          <p:cNvSpPr txBox="1"/>
          <p:nvPr/>
        </p:nvSpPr>
        <p:spPr>
          <a:xfrm>
            <a:off x="1487830" y="4055945"/>
            <a:ext cx="4956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[0, 1, 2, 3, 4,]</a:t>
            </a:r>
            <a:endParaRPr kumimoji="1" lang="ja-JP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D363EF5-0054-CCA6-CE1A-BA427B543C03}"/>
              </a:ext>
            </a:extLst>
          </p:cNvPr>
          <p:cNvSpPr txBox="1"/>
          <p:nvPr/>
        </p:nvSpPr>
        <p:spPr>
          <a:xfrm>
            <a:off x="880803" y="2889981"/>
            <a:ext cx="106691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複数の値を格納できる</a:t>
            </a:r>
            <a:r>
              <a:rPr lang="ja-JP" alt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</a:t>
            </a:r>
            <a:r>
              <a:rPr lang="en-US" altLang="ja-JP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の型</a:t>
            </a:r>
            <a:r>
              <a:rPr lang="en-US" altLang="ja-JP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1079181-FB8A-CF84-00A0-D7A27302EB3F}"/>
              </a:ext>
            </a:extLst>
          </p:cNvPr>
          <p:cNvSpPr txBox="1"/>
          <p:nvPr/>
        </p:nvSpPr>
        <p:spPr>
          <a:xfrm>
            <a:off x="4814505" y="4851959"/>
            <a:ext cx="7521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[“</a:t>
            </a:r>
            <a:r>
              <a:rPr lang="en-US" altLang="ja-JP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Alice</a:t>
            </a:r>
            <a:r>
              <a:rPr kumimoji="1"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”</a:t>
            </a:r>
            <a:r>
              <a:rPr kumimoji="1" lang="en-US" altLang="ja-JP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,“</a:t>
            </a:r>
            <a:r>
              <a:rPr lang="en-US" altLang="ja-JP" sz="4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Bob</a:t>
            </a:r>
            <a:r>
              <a:rPr kumimoji="1" lang="en-US" altLang="ja-JP" sz="4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”,“</a:t>
            </a:r>
            <a:r>
              <a:rPr lang="en-US" altLang="ja-JP" sz="4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Charley</a:t>
            </a:r>
            <a:r>
              <a:rPr kumimoji="1" lang="en-US" altLang="ja-JP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”]</a:t>
            </a:r>
            <a:endParaRPr kumimoji="1" lang="ja-JP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EF83DB4-5072-3BBB-3F4D-211B52CC2972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9014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4AF3D-95EC-B005-A29B-B24466BF2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14A7094-6325-5F91-BE9F-93B7F5A1925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86831CEF-84BF-66AB-B174-AA0A1089B1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DFD84F66-3E56-7817-160F-10F0BDD05C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5AFB415-5B4D-F482-57F5-479302AA18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E8AAAD0-B2B9-B139-A47D-1C91E344F4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1C3FBA0-F4C8-FDCC-7330-D32EF8AA1A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0D855C1A-49DB-CDA1-7801-C995C38236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C4F0516B-7614-1477-E39E-60B87AA1CE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F3F1676-22C6-F984-E5B2-ACCDB321AF1B}"/>
              </a:ext>
            </a:extLst>
          </p:cNvPr>
          <p:cNvSpPr txBox="1"/>
          <p:nvPr/>
        </p:nvSpPr>
        <p:spPr>
          <a:xfrm>
            <a:off x="2661739" y="201920"/>
            <a:ext cx="53767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の配列について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381DEB2-63D1-8699-5F00-F038515C4195}"/>
              </a:ext>
            </a:extLst>
          </p:cNvPr>
          <p:cNvSpPr txBox="1"/>
          <p:nvPr/>
        </p:nvSpPr>
        <p:spPr>
          <a:xfrm>
            <a:off x="880803" y="2181332"/>
            <a:ext cx="106691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</a:t>
            </a:r>
            <a:r>
              <a:rPr lang="ja-JP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・配列とは</a:t>
            </a:r>
            <a:r>
              <a:rPr lang="en-US" altLang="ja-JP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詳しく</a:t>
            </a:r>
            <a:r>
              <a:rPr lang="en-US" altLang="ja-JP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F8B21C9F-5C7B-03F6-B82D-2E617896D39F}"/>
              </a:ext>
            </a:extLst>
          </p:cNvPr>
          <p:cNvGrpSpPr/>
          <p:nvPr/>
        </p:nvGrpSpPr>
        <p:grpSpPr>
          <a:xfrm>
            <a:off x="948336" y="3259178"/>
            <a:ext cx="8941995" cy="707886"/>
            <a:chOff x="1074840" y="3024614"/>
            <a:chExt cx="8941995" cy="707886"/>
          </a:xfrm>
        </p:grpSpPr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A10FA4FB-405E-47E3-486D-30ABCC80CEA1}"/>
                </a:ext>
              </a:extLst>
            </p:cNvPr>
            <p:cNvSpPr txBox="1"/>
            <p:nvPr/>
          </p:nvSpPr>
          <p:spPr>
            <a:xfrm>
              <a:off x="1074840" y="3024614"/>
              <a:ext cx="89419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[“Alice</a:t>
              </a:r>
              <a:r>
                <a:rPr kumimoji="1" lang="ja-JP" altLang="en-US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”</a:t>
              </a:r>
              <a:r>
                <a:rPr kumimoji="1" lang="en-US" altLang="ja-JP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, “Bob”, “</a:t>
              </a:r>
              <a:r>
                <a:rPr lang="en-US" altLang="ja-JP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Charley</a:t>
              </a:r>
              <a:r>
                <a:rPr kumimoji="1" lang="en-US" altLang="ja-JP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”]</a:t>
              </a:r>
              <a:endParaRPr kumimoji="1" lang="ja-JP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94CAE5D0-E3AC-378B-3570-52DF31955811}"/>
                </a:ext>
              </a:extLst>
            </p:cNvPr>
            <p:cNvSpPr/>
            <p:nvPr/>
          </p:nvSpPr>
          <p:spPr>
            <a:xfrm>
              <a:off x="1431602" y="3131061"/>
              <a:ext cx="1964575" cy="569541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4B04DCD-7A9D-7316-ECB7-9AC00BD132D1}"/>
              </a:ext>
            </a:extLst>
          </p:cNvPr>
          <p:cNvSpPr txBox="1"/>
          <p:nvPr/>
        </p:nvSpPr>
        <p:spPr>
          <a:xfrm>
            <a:off x="948336" y="4069865"/>
            <a:ext cx="1148706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[] 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で囲まれ、</a:t>
            </a:r>
            <a:r>
              <a:rPr lang="ja-JP" altLang="en-US" sz="36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要素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を複数格納できる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要素には</a:t>
            </a:r>
            <a:r>
              <a:rPr lang="ja-JP" altLang="en-US" sz="36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番号</a:t>
            </a:r>
            <a:r>
              <a:rPr lang="en-US" altLang="ja-JP" sz="36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36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インデックス</a:t>
            </a:r>
            <a:r>
              <a:rPr lang="en-US" altLang="ja-JP" sz="36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</a:t>
            </a:r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0,1,2,3,…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と振られる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例：上のリストで番号が</a:t>
            </a:r>
            <a:r>
              <a:rPr lang="en-US" altLang="ja-JP" sz="36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番目の要素は</a:t>
            </a:r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”Alice“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0CCD4B9-358C-F0D6-2992-B8DD8FA7054E}"/>
              </a:ext>
            </a:extLst>
          </p:cNvPr>
          <p:cNvSpPr txBox="1"/>
          <p:nvPr/>
        </p:nvSpPr>
        <p:spPr>
          <a:xfrm>
            <a:off x="1177927" y="2951373"/>
            <a:ext cx="1383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Index:0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C5AC05B-FA42-0A3C-706A-B11D535BBACD}"/>
              </a:ext>
            </a:extLst>
          </p:cNvPr>
          <p:cNvSpPr txBox="1"/>
          <p:nvPr/>
        </p:nvSpPr>
        <p:spPr>
          <a:xfrm>
            <a:off x="3136715" y="2978701"/>
            <a:ext cx="1383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Index:1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58CA312-CCB5-3FB6-5BDB-7EA016BBCD7C}"/>
              </a:ext>
            </a:extLst>
          </p:cNvPr>
          <p:cNvSpPr txBox="1"/>
          <p:nvPr/>
        </p:nvSpPr>
        <p:spPr>
          <a:xfrm>
            <a:off x="5497210" y="2951373"/>
            <a:ext cx="1383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Index:2</a:t>
            </a:r>
          </a:p>
        </p:txBody>
      </p: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635C6356-8A5D-0764-9636-9C14CF57E180}"/>
              </a:ext>
            </a:extLst>
          </p:cNvPr>
          <p:cNvCxnSpPr>
            <a:cxnSpLocks/>
          </p:cNvCxnSpPr>
          <p:nvPr/>
        </p:nvCxnSpPr>
        <p:spPr>
          <a:xfrm>
            <a:off x="2434551" y="3151428"/>
            <a:ext cx="187325" cy="164674"/>
          </a:xfrm>
          <a:prstGeom prst="bentConnector3">
            <a:avLst>
              <a:gd name="adj1" fmla="val 100848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2FF765FF-2B11-57BF-2800-8194EF10FAAA}"/>
              </a:ext>
            </a:extLst>
          </p:cNvPr>
          <p:cNvCxnSpPr>
            <a:cxnSpLocks/>
          </p:cNvCxnSpPr>
          <p:nvPr/>
        </p:nvCxnSpPr>
        <p:spPr>
          <a:xfrm>
            <a:off x="4328932" y="3156085"/>
            <a:ext cx="187325" cy="164674"/>
          </a:xfrm>
          <a:prstGeom prst="bentConnector3">
            <a:avLst>
              <a:gd name="adj1" fmla="val 100848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9F4F95D8-00C7-0854-0D51-633DC858597A}"/>
              </a:ext>
            </a:extLst>
          </p:cNvPr>
          <p:cNvCxnSpPr>
            <a:cxnSpLocks/>
          </p:cNvCxnSpPr>
          <p:nvPr/>
        </p:nvCxnSpPr>
        <p:spPr>
          <a:xfrm>
            <a:off x="6751341" y="3151428"/>
            <a:ext cx="187325" cy="164674"/>
          </a:xfrm>
          <a:prstGeom prst="bentConnector3">
            <a:avLst>
              <a:gd name="adj1" fmla="val 100848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B43B35-5DDB-A0C1-55A4-93D32A0A6E5C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8225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08AD2-8FE6-B858-8616-39E405593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2D48D3C-053E-0FC1-4666-DACFEA28821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D1D90762-39C5-61C0-07E3-C84C4FD121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C8B95BE1-184B-9D65-1F27-6AE8C16D2D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828E52A9-2681-602D-8C24-CA3A3D1E6A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5B06599-5B62-6207-1A71-939A04E90E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D8B6AAA9-9ED4-2788-74D2-0308DF53F1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163B13D5-13D5-CBE4-DD1E-5971956913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655F48C1-194A-192C-B0DE-BDE56864C8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6F463E1-531B-81EC-DA90-1DCAA136C73C}"/>
              </a:ext>
            </a:extLst>
          </p:cNvPr>
          <p:cNvSpPr txBox="1"/>
          <p:nvPr/>
        </p:nvSpPr>
        <p:spPr>
          <a:xfrm>
            <a:off x="2661739" y="201920"/>
            <a:ext cx="53767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の配列について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DB2500D-4550-39AA-1BBA-3BD69A897C22}"/>
              </a:ext>
            </a:extLst>
          </p:cNvPr>
          <p:cNvSpPr txBox="1"/>
          <p:nvPr/>
        </p:nvSpPr>
        <p:spPr>
          <a:xfrm>
            <a:off x="781129" y="2937848"/>
            <a:ext cx="7822975" cy="34163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vector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6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size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sum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325980F6-9073-D0AD-8BED-78EFCA5DC038}"/>
              </a:ext>
            </a:extLst>
          </p:cNvPr>
          <p:cNvSpPr/>
          <p:nvPr/>
        </p:nvSpPr>
        <p:spPr>
          <a:xfrm>
            <a:off x="781131" y="2509322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38641C1-43E8-8227-641B-CC081A42F928}"/>
              </a:ext>
            </a:extLst>
          </p:cNvPr>
          <p:cNvSpPr txBox="1"/>
          <p:nvPr/>
        </p:nvSpPr>
        <p:spPr>
          <a:xfrm>
            <a:off x="9605594" y="2999029"/>
            <a:ext cx="2161535" cy="30469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1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4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6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3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5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7</a:t>
            </a:r>
          </a:p>
          <a:p>
            <a:r>
              <a:rPr lang="en-US" altLang="ja-JP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28</a:t>
            </a:r>
          </a:p>
        </p:txBody>
      </p:sp>
      <p:sp>
        <p:nvSpPr>
          <p:cNvPr id="15" name="四角形: 1 つの角を切り取る 14">
            <a:extLst>
              <a:ext uri="{FF2B5EF4-FFF2-40B4-BE49-F238E27FC236}">
                <a16:creationId xmlns:a16="http://schemas.microsoft.com/office/drawing/2014/main" id="{C8389B22-18FF-D8EA-8033-195034577D88}"/>
              </a:ext>
            </a:extLst>
          </p:cNvPr>
          <p:cNvSpPr/>
          <p:nvPr/>
        </p:nvSpPr>
        <p:spPr>
          <a:xfrm>
            <a:off x="9605594" y="2579963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出力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E858200-14AE-FD02-05F8-57D4D9249B35}"/>
              </a:ext>
            </a:extLst>
          </p:cNvPr>
          <p:cNvSpPr txBox="1"/>
          <p:nvPr/>
        </p:nvSpPr>
        <p:spPr>
          <a:xfrm>
            <a:off x="1794017" y="1523604"/>
            <a:ext cx="78229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配列を使ってみよう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F4B2F78-C935-FB9E-7E60-7F2D8CF10337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176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5BC10-7B7E-DC8C-57AA-375C1435A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3463296-A5CB-0C9E-7DC2-830188A53167}"/>
              </a:ext>
            </a:extLst>
          </p:cNvPr>
          <p:cNvSpPr txBox="1"/>
          <p:nvPr/>
        </p:nvSpPr>
        <p:spPr>
          <a:xfrm>
            <a:off x="1794017" y="1523604"/>
            <a:ext cx="78229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配列を使ってみよう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69EC89E-4F82-215A-8614-F2ABEE282AE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38EDDBA9-1688-8FC9-1A1C-51E2599C64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08261570-ECEC-5B9C-FA73-F0F15505CA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FCCCDEF-96ED-A49D-B6BF-254D974B98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E7409D7-CCDC-0564-92BA-8936520D21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59C9555-3B3E-3827-F459-773ED80C68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110F2412-C6AA-334B-F573-489A62BA4C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BF6981C1-3FF0-E377-EAD0-46647C8961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DF7921-F887-EEED-A920-59431C6D651E}"/>
              </a:ext>
            </a:extLst>
          </p:cNvPr>
          <p:cNvSpPr txBox="1"/>
          <p:nvPr/>
        </p:nvSpPr>
        <p:spPr>
          <a:xfrm>
            <a:off x="2661739" y="201920"/>
            <a:ext cx="53767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の配列について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33DBD4-C0BB-275F-DB02-79C1ACCF63A7}"/>
              </a:ext>
            </a:extLst>
          </p:cNvPr>
          <p:cNvSpPr txBox="1"/>
          <p:nvPr/>
        </p:nvSpPr>
        <p:spPr>
          <a:xfrm>
            <a:off x="725712" y="2975394"/>
            <a:ext cx="6530221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vector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6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000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size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++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sum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F64551A1-7247-7872-B5C3-6AC30BB8EC6F}"/>
              </a:ext>
            </a:extLst>
          </p:cNvPr>
          <p:cNvSpPr/>
          <p:nvPr/>
        </p:nvSpPr>
        <p:spPr>
          <a:xfrm>
            <a:off x="725713" y="2546868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9B668B5-4C85-0928-24F8-562DC15F2E6E}"/>
              </a:ext>
            </a:extLst>
          </p:cNvPr>
          <p:cNvSpPr txBox="1"/>
          <p:nvPr/>
        </p:nvSpPr>
        <p:spPr>
          <a:xfrm>
            <a:off x="7396358" y="2292161"/>
            <a:ext cx="4758863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.size()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は入力された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の中の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要素の数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を返す関数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配列名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添字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の、その番号の値を参照できる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3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左のコードでは、</a:t>
            </a:r>
            <a:r>
              <a:rPr lang="en-US" altLang="ja-JP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nums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要素を順番に参照し、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ans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はそれらの合計を表す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F17DA99-DF10-482D-6E4C-5A057BF07A9B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C432898-195B-4AC1-B9EC-F0A46CAA84E0}"/>
              </a:ext>
            </a:extLst>
          </p:cNvPr>
          <p:cNvGrpSpPr/>
          <p:nvPr/>
        </p:nvGrpSpPr>
        <p:grpSpPr>
          <a:xfrm>
            <a:off x="-393305" y="2351922"/>
            <a:ext cx="13064243" cy="3922136"/>
            <a:chOff x="13367877" y="1838740"/>
            <a:chExt cx="13064243" cy="3922136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5A493D65-097C-7635-155B-4F1A320459CC}"/>
                </a:ext>
              </a:extLst>
            </p:cNvPr>
            <p:cNvSpPr/>
            <p:nvPr/>
          </p:nvSpPr>
          <p:spPr>
            <a:xfrm>
              <a:off x="13367877" y="1849235"/>
              <a:ext cx="13064243" cy="39116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E6B5FE57-285A-4546-813D-3F20F4FA5255}"/>
                </a:ext>
              </a:extLst>
            </p:cNvPr>
            <p:cNvGrpSpPr/>
            <p:nvPr/>
          </p:nvGrpSpPr>
          <p:grpSpPr>
            <a:xfrm>
              <a:off x="16136252" y="1838740"/>
              <a:ext cx="8367102" cy="2982438"/>
              <a:chOff x="16136252" y="1838740"/>
              <a:chExt cx="8367102" cy="2982438"/>
            </a:xfrm>
          </p:grpSpPr>
          <p:grpSp>
            <p:nvGrpSpPr>
              <p:cNvPr id="66" name="グループ化 65">
                <a:extLst>
                  <a:ext uri="{FF2B5EF4-FFF2-40B4-BE49-F238E27FC236}">
                    <a16:creationId xmlns:a16="http://schemas.microsoft.com/office/drawing/2014/main" id="{3DB43919-B3D8-8553-B2FB-9513A23E5DBA}"/>
                  </a:ext>
                </a:extLst>
              </p:cNvPr>
              <p:cNvGrpSpPr/>
              <p:nvPr/>
            </p:nvGrpSpPr>
            <p:grpSpPr>
              <a:xfrm>
                <a:off x="16136252" y="2080377"/>
                <a:ext cx="8367102" cy="2740801"/>
                <a:chOff x="1691628" y="3205403"/>
                <a:chExt cx="8367102" cy="2740801"/>
              </a:xfrm>
            </p:grpSpPr>
            <p:grpSp>
              <p:nvGrpSpPr>
                <p:cNvPr id="18" name="グループ化 17">
                  <a:extLst>
                    <a:ext uri="{FF2B5EF4-FFF2-40B4-BE49-F238E27FC236}">
                      <a16:creationId xmlns:a16="http://schemas.microsoft.com/office/drawing/2014/main" id="{D9E7C7AB-9BC8-1E55-266C-DEBAB195FEED}"/>
                    </a:ext>
                  </a:extLst>
                </p:cNvPr>
                <p:cNvGrpSpPr/>
                <p:nvPr/>
              </p:nvGrpSpPr>
              <p:grpSpPr>
                <a:xfrm>
                  <a:off x="1698217" y="3205403"/>
                  <a:ext cx="1855368" cy="1201047"/>
                  <a:chOff x="2293937" y="633412"/>
                  <a:chExt cx="915988" cy="946151"/>
                </a:xfrm>
              </p:grpSpPr>
              <p:sp>
                <p:nvSpPr>
                  <p:cNvPr id="20" name="Freeform 62">
                    <a:extLst>
                      <a:ext uri="{FF2B5EF4-FFF2-40B4-BE49-F238E27FC236}">
                        <a16:creationId xmlns:a16="http://schemas.microsoft.com/office/drawing/2014/main" id="{A207DADD-F2BD-B765-EDA9-9833779283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633412"/>
                    <a:ext cx="406400" cy="774700"/>
                  </a:xfrm>
                  <a:custGeom>
                    <a:avLst/>
                    <a:gdLst>
                      <a:gd name="T0" fmla="*/ 0 w 769"/>
                      <a:gd name="T1" fmla="*/ 1463 h 1463"/>
                      <a:gd name="T2" fmla="*/ 769 w 769"/>
                      <a:gd name="T3" fmla="*/ 975 h 1463"/>
                      <a:gd name="T4" fmla="*/ 769 w 769"/>
                      <a:gd name="T5" fmla="*/ 0 h 1463"/>
                      <a:gd name="T6" fmla="*/ 0 w 769"/>
                      <a:gd name="T7" fmla="*/ 488 h 1463"/>
                      <a:gd name="T8" fmla="*/ 0 w 769"/>
                      <a:gd name="T9" fmla="*/ 1463 h 14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3">
                        <a:moveTo>
                          <a:pt x="0" y="1463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8"/>
                        </a:lnTo>
                        <a:lnTo>
                          <a:pt x="0" y="146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90000"/>
                      <a:lumOff val="1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1" name="Freeform 63">
                    <a:extLst>
                      <a:ext uri="{FF2B5EF4-FFF2-40B4-BE49-F238E27FC236}">
                        <a16:creationId xmlns:a16="http://schemas.microsoft.com/office/drawing/2014/main" id="{779B3747-36D4-C046-E99C-8874ED0779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337" y="633412"/>
                    <a:ext cx="509588" cy="688975"/>
                  </a:xfrm>
                  <a:custGeom>
                    <a:avLst/>
                    <a:gdLst>
                      <a:gd name="T0" fmla="*/ 0 w 961"/>
                      <a:gd name="T1" fmla="*/ 0 h 1301"/>
                      <a:gd name="T2" fmla="*/ 961 w 961"/>
                      <a:gd name="T3" fmla="*/ 326 h 1301"/>
                      <a:gd name="T4" fmla="*/ 961 w 961"/>
                      <a:gd name="T5" fmla="*/ 1301 h 1301"/>
                      <a:gd name="T6" fmla="*/ 0 w 961"/>
                      <a:gd name="T7" fmla="*/ 975 h 1301"/>
                      <a:gd name="T8" fmla="*/ 0 w 961"/>
                      <a:gd name="T9" fmla="*/ 0 h 13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301">
                        <a:moveTo>
                          <a:pt x="0" y="0"/>
                        </a:moveTo>
                        <a:lnTo>
                          <a:pt x="961" y="326"/>
                        </a:lnTo>
                        <a:lnTo>
                          <a:pt x="961" y="1301"/>
                        </a:lnTo>
                        <a:lnTo>
                          <a:pt x="0" y="9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5000"/>
                      <a:lumOff val="7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2" name="Freeform 64">
                    <a:extLst>
                      <a:ext uri="{FF2B5EF4-FFF2-40B4-BE49-F238E27FC236}">
                        <a16:creationId xmlns:a16="http://schemas.microsoft.com/office/drawing/2014/main" id="{D9B8878E-E45F-2D35-8747-7071F2D703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892175"/>
                    <a:ext cx="508000" cy="687388"/>
                  </a:xfrm>
                  <a:custGeom>
                    <a:avLst/>
                    <a:gdLst>
                      <a:gd name="T0" fmla="*/ 0 w 961"/>
                      <a:gd name="T1" fmla="*/ 0 h 1299"/>
                      <a:gd name="T2" fmla="*/ 0 w 961"/>
                      <a:gd name="T3" fmla="*/ 975 h 1299"/>
                      <a:gd name="T4" fmla="*/ 961 w 961"/>
                      <a:gd name="T5" fmla="*/ 1299 h 1299"/>
                      <a:gd name="T6" fmla="*/ 961 w 961"/>
                      <a:gd name="T7" fmla="*/ 324 h 1299"/>
                      <a:gd name="T8" fmla="*/ 0 w 961"/>
                      <a:gd name="T9" fmla="*/ 0 h 12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299">
                        <a:moveTo>
                          <a:pt x="0" y="0"/>
                        </a:moveTo>
                        <a:lnTo>
                          <a:pt x="0" y="975"/>
                        </a:lnTo>
                        <a:lnTo>
                          <a:pt x="961" y="1299"/>
                        </a:lnTo>
                        <a:lnTo>
                          <a:pt x="961" y="32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10000"/>
                      <a:lumOff val="9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3" name="Freeform 65">
                    <a:extLst>
                      <a:ext uri="{FF2B5EF4-FFF2-40B4-BE49-F238E27FC236}">
                        <a16:creationId xmlns:a16="http://schemas.microsoft.com/office/drawing/2014/main" id="{FE3AE2BB-F194-94AA-8D57-64D2429180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1937" y="806450"/>
                    <a:ext cx="407988" cy="773113"/>
                  </a:xfrm>
                  <a:custGeom>
                    <a:avLst/>
                    <a:gdLst>
                      <a:gd name="T0" fmla="*/ 0 w 769"/>
                      <a:gd name="T1" fmla="*/ 1461 h 1461"/>
                      <a:gd name="T2" fmla="*/ 769 w 769"/>
                      <a:gd name="T3" fmla="*/ 975 h 1461"/>
                      <a:gd name="T4" fmla="*/ 769 w 769"/>
                      <a:gd name="T5" fmla="*/ 0 h 1461"/>
                      <a:gd name="T6" fmla="*/ 0 w 769"/>
                      <a:gd name="T7" fmla="*/ 486 h 1461"/>
                      <a:gd name="T8" fmla="*/ 0 w 769"/>
                      <a:gd name="T9" fmla="*/ 1461 h 1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1">
                        <a:moveTo>
                          <a:pt x="0" y="1461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6"/>
                        </a:lnTo>
                        <a:lnTo>
                          <a:pt x="0" y="1461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75000"/>
                      <a:lumOff val="2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</p:grpSp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7407C139-D537-5A2A-45FC-149B174FAE82}"/>
                    </a:ext>
                  </a:extLst>
                </p:cNvPr>
                <p:cNvGrpSpPr/>
                <p:nvPr/>
              </p:nvGrpSpPr>
              <p:grpSpPr>
                <a:xfrm>
                  <a:off x="2780912" y="3457752"/>
                  <a:ext cx="1855368" cy="1201047"/>
                  <a:chOff x="2293937" y="633412"/>
                  <a:chExt cx="915988" cy="946151"/>
                </a:xfrm>
              </p:grpSpPr>
              <p:sp>
                <p:nvSpPr>
                  <p:cNvPr id="27" name="Freeform 62">
                    <a:extLst>
                      <a:ext uri="{FF2B5EF4-FFF2-40B4-BE49-F238E27FC236}">
                        <a16:creationId xmlns:a16="http://schemas.microsoft.com/office/drawing/2014/main" id="{02AD7B0D-58CD-34EC-88E7-36F0850148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633412"/>
                    <a:ext cx="406400" cy="774700"/>
                  </a:xfrm>
                  <a:custGeom>
                    <a:avLst/>
                    <a:gdLst>
                      <a:gd name="T0" fmla="*/ 0 w 769"/>
                      <a:gd name="T1" fmla="*/ 1463 h 1463"/>
                      <a:gd name="T2" fmla="*/ 769 w 769"/>
                      <a:gd name="T3" fmla="*/ 975 h 1463"/>
                      <a:gd name="T4" fmla="*/ 769 w 769"/>
                      <a:gd name="T5" fmla="*/ 0 h 1463"/>
                      <a:gd name="T6" fmla="*/ 0 w 769"/>
                      <a:gd name="T7" fmla="*/ 488 h 1463"/>
                      <a:gd name="T8" fmla="*/ 0 w 769"/>
                      <a:gd name="T9" fmla="*/ 1463 h 14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3">
                        <a:moveTo>
                          <a:pt x="0" y="1463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8"/>
                        </a:lnTo>
                        <a:lnTo>
                          <a:pt x="0" y="146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90000"/>
                      <a:lumOff val="1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8" name="Freeform 63">
                    <a:extLst>
                      <a:ext uri="{FF2B5EF4-FFF2-40B4-BE49-F238E27FC236}">
                        <a16:creationId xmlns:a16="http://schemas.microsoft.com/office/drawing/2014/main" id="{372E171A-A9C6-A4CE-0414-B9BA291D4F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337" y="633412"/>
                    <a:ext cx="509588" cy="688975"/>
                  </a:xfrm>
                  <a:custGeom>
                    <a:avLst/>
                    <a:gdLst>
                      <a:gd name="T0" fmla="*/ 0 w 961"/>
                      <a:gd name="T1" fmla="*/ 0 h 1301"/>
                      <a:gd name="T2" fmla="*/ 961 w 961"/>
                      <a:gd name="T3" fmla="*/ 326 h 1301"/>
                      <a:gd name="T4" fmla="*/ 961 w 961"/>
                      <a:gd name="T5" fmla="*/ 1301 h 1301"/>
                      <a:gd name="T6" fmla="*/ 0 w 961"/>
                      <a:gd name="T7" fmla="*/ 975 h 1301"/>
                      <a:gd name="T8" fmla="*/ 0 w 961"/>
                      <a:gd name="T9" fmla="*/ 0 h 13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301">
                        <a:moveTo>
                          <a:pt x="0" y="0"/>
                        </a:moveTo>
                        <a:lnTo>
                          <a:pt x="961" y="326"/>
                        </a:lnTo>
                        <a:lnTo>
                          <a:pt x="961" y="1301"/>
                        </a:lnTo>
                        <a:lnTo>
                          <a:pt x="0" y="9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5000"/>
                      <a:lumOff val="7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29" name="Freeform 64">
                    <a:extLst>
                      <a:ext uri="{FF2B5EF4-FFF2-40B4-BE49-F238E27FC236}">
                        <a16:creationId xmlns:a16="http://schemas.microsoft.com/office/drawing/2014/main" id="{99F29916-7347-31F3-5732-A8AC596F06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892175"/>
                    <a:ext cx="508000" cy="687388"/>
                  </a:xfrm>
                  <a:custGeom>
                    <a:avLst/>
                    <a:gdLst>
                      <a:gd name="T0" fmla="*/ 0 w 961"/>
                      <a:gd name="T1" fmla="*/ 0 h 1299"/>
                      <a:gd name="T2" fmla="*/ 0 w 961"/>
                      <a:gd name="T3" fmla="*/ 975 h 1299"/>
                      <a:gd name="T4" fmla="*/ 961 w 961"/>
                      <a:gd name="T5" fmla="*/ 1299 h 1299"/>
                      <a:gd name="T6" fmla="*/ 961 w 961"/>
                      <a:gd name="T7" fmla="*/ 324 h 1299"/>
                      <a:gd name="T8" fmla="*/ 0 w 961"/>
                      <a:gd name="T9" fmla="*/ 0 h 12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299">
                        <a:moveTo>
                          <a:pt x="0" y="0"/>
                        </a:moveTo>
                        <a:lnTo>
                          <a:pt x="0" y="975"/>
                        </a:lnTo>
                        <a:lnTo>
                          <a:pt x="961" y="1299"/>
                        </a:lnTo>
                        <a:lnTo>
                          <a:pt x="961" y="32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10000"/>
                      <a:lumOff val="9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30" name="Freeform 65">
                    <a:extLst>
                      <a:ext uri="{FF2B5EF4-FFF2-40B4-BE49-F238E27FC236}">
                        <a16:creationId xmlns:a16="http://schemas.microsoft.com/office/drawing/2014/main" id="{B615880D-8385-4C95-5B6A-1DF2536FAF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1937" y="806450"/>
                    <a:ext cx="407988" cy="773113"/>
                  </a:xfrm>
                  <a:custGeom>
                    <a:avLst/>
                    <a:gdLst>
                      <a:gd name="T0" fmla="*/ 0 w 769"/>
                      <a:gd name="T1" fmla="*/ 1461 h 1461"/>
                      <a:gd name="T2" fmla="*/ 769 w 769"/>
                      <a:gd name="T3" fmla="*/ 975 h 1461"/>
                      <a:gd name="T4" fmla="*/ 769 w 769"/>
                      <a:gd name="T5" fmla="*/ 0 h 1461"/>
                      <a:gd name="T6" fmla="*/ 0 w 769"/>
                      <a:gd name="T7" fmla="*/ 486 h 1461"/>
                      <a:gd name="T8" fmla="*/ 0 w 769"/>
                      <a:gd name="T9" fmla="*/ 1461 h 1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1">
                        <a:moveTo>
                          <a:pt x="0" y="1461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6"/>
                        </a:lnTo>
                        <a:lnTo>
                          <a:pt x="0" y="1461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75000"/>
                      <a:lumOff val="2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</p:grpSp>
            <p:grpSp>
              <p:nvGrpSpPr>
                <p:cNvPr id="32" name="グループ化 31">
                  <a:extLst>
                    <a:ext uri="{FF2B5EF4-FFF2-40B4-BE49-F238E27FC236}">
                      <a16:creationId xmlns:a16="http://schemas.microsoft.com/office/drawing/2014/main" id="{7BD8638B-A4E8-568E-C6B9-584505493F9F}"/>
                    </a:ext>
                  </a:extLst>
                </p:cNvPr>
                <p:cNvGrpSpPr/>
                <p:nvPr/>
              </p:nvGrpSpPr>
              <p:grpSpPr>
                <a:xfrm>
                  <a:off x="3868176" y="3720750"/>
                  <a:ext cx="1855368" cy="1201047"/>
                  <a:chOff x="2293937" y="633412"/>
                  <a:chExt cx="915988" cy="946151"/>
                </a:xfrm>
              </p:grpSpPr>
              <p:sp>
                <p:nvSpPr>
                  <p:cNvPr id="34" name="Freeform 62">
                    <a:extLst>
                      <a:ext uri="{FF2B5EF4-FFF2-40B4-BE49-F238E27FC236}">
                        <a16:creationId xmlns:a16="http://schemas.microsoft.com/office/drawing/2014/main" id="{97099158-545C-42B5-9B83-35838382ED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633412"/>
                    <a:ext cx="406400" cy="774700"/>
                  </a:xfrm>
                  <a:custGeom>
                    <a:avLst/>
                    <a:gdLst>
                      <a:gd name="T0" fmla="*/ 0 w 769"/>
                      <a:gd name="T1" fmla="*/ 1463 h 1463"/>
                      <a:gd name="T2" fmla="*/ 769 w 769"/>
                      <a:gd name="T3" fmla="*/ 975 h 1463"/>
                      <a:gd name="T4" fmla="*/ 769 w 769"/>
                      <a:gd name="T5" fmla="*/ 0 h 1463"/>
                      <a:gd name="T6" fmla="*/ 0 w 769"/>
                      <a:gd name="T7" fmla="*/ 488 h 1463"/>
                      <a:gd name="T8" fmla="*/ 0 w 769"/>
                      <a:gd name="T9" fmla="*/ 1463 h 14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3">
                        <a:moveTo>
                          <a:pt x="0" y="1463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8"/>
                        </a:lnTo>
                        <a:lnTo>
                          <a:pt x="0" y="146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90000"/>
                      <a:lumOff val="1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35" name="Freeform 63">
                    <a:extLst>
                      <a:ext uri="{FF2B5EF4-FFF2-40B4-BE49-F238E27FC236}">
                        <a16:creationId xmlns:a16="http://schemas.microsoft.com/office/drawing/2014/main" id="{02029825-C03C-0485-4D86-FFAFD5FBC5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337" y="633412"/>
                    <a:ext cx="509588" cy="688975"/>
                  </a:xfrm>
                  <a:custGeom>
                    <a:avLst/>
                    <a:gdLst>
                      <a:gd name="T0" fmla="*/ 0 w 961"/>
                      <a:gd name="T1" fmla="*/ 0 h 1301"/>
                      <a:gd name="T2" fmla="*/ 961 w 961"/>
                      <a:gd name="T3" fmla="*/ 326 h 1301"/>
                      <a:gd name="T4" fmla="*/ 961 w 961"/>
                      <a:gd name="T5" fmla="*/ 1301 h 1301"/>
                      <a:gd name="T6" fmla="*/ 0 w 961"/>
                      <a:gd name="T7" fmla="*/ 975 h 1301"/>
                      <a:gd name="T8" fmla="*/ 0 w 961"/>
                      <a:gd name="T9" fmla="*/ 0 h 13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301">
                        <a:moveTo>
                          <a:pt x="0" y="0"/>
                        </a:moveTo>
                        <a:lnTo>
                          <a:pt x="961" y="326"/>
                        </a:lnTo>
                        <a:lnTo>
                          <a:pt x="961" y="1301"/>
                        </a:lnTo>
                        <a:lnTo>
                          <a:pt x="0" y="9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5000"/>
                      <a:lumOff val="7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36" name="Freeform 64">
                    <a:extLst>
                      <a:ext uri="{FF2B5EF4-FFF2-40B4-BE49-F238E27FC236}">
                        <a16:creationId xmlns:a16="http://schemas.microsoft.com/office/drawing/2014/main" id="{788E78EF-9CD6-DB54-C929-BE1A8EF77F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892175"/>
                    <a:ext cx="508000" cy="687388"/>
                  </a:xfrm>
                  <a:custGeom>
                    <a:avLst/>
                    <a:gdLst>
                      <a:gd name="T0" fmla="*/ 0 w 961"/>
                      <a:gd name="T1" fmla="*/ 0 h 1299"/>
                      <a:gd name="T2" fmla="*/ 0 w 961"/>
                      <a:gd name="T3" fmla="*/ 975 h 1299"/>
                      <a:gd name="T4" fmla="*/ 961 w 961"/>
                      <a:gd name="T5" fmla="*/ 1299 h 1299"/>
                      <a:gd name="T6" fmla="*/ 961 w 961"/>
                      <a:gd name="T7" fmla="*/ 324 h 1299"/>
                      <a:gd name="T8" fmla="*/ 0 w 961"/>
                      <a:gd name="T9" fmla="*/ 0 h 12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299">
                        <a:moveTo>
                          <a:pt x="0" y="0"/>
                        </a:moveTo>
                        <a:lnTo>
                          <a:pt x="0" y="975"/>
                        </a:lnTo>
                        <a:lnTo>
                          <a:pt x="961" y="1299"/>
                        </a:lnTo>
                        <a:lnTo>
                          <a:pt x="961" y="32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10000"/>
                      <a:lumOff val="9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37" name="Freeform 65">
                    <a:extLst>
                      <a:ext uri="{FF2B5EF4-FFF2-40B4-BE49-F238E27FC236}">
                        <a16:creationId xmlns:a16="http://schemas.microsoft.com/office/drawing/2014/main" id="{83085CC4-819A-D49E-580B-A6795D8FE1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1937" y="806450"/>
                    <a:ext cx="407988" cy="773113"/>
                  </a:xfrm>
                  <a:custGeom>
                    <a:avLst/>
                    <a:gdLst>
                      <a:gd name="T0" fmla="*/ 0 w 769"/>
                      <a:gd name="T1" fmla="*/ 1461 h 1461"/>
                      <a:gd name="T2" fmla="*/ 769 w 769"/>
                      <a:gd name="T3" fmla="*/ 975 h 1461"/>
                      <a:gd name="T4" fmla="*/ 769 w 769"/>
                      <a:gd name="T5" fmla="*/ 0 h 1461"/>
                      <a:gd name="T6" fmla="*/ 0 w 769"/>
                      <a:gd name="T7" fmla="*/ 486 h 1461"/>
                      <a:gd name="T8" fmla="*/ 0 w 769"/>
                      <a:gd name="T9" fmla="*/ 1461 h 1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1">
                        <a:moveTo>
                          <a:pt x="0" y="1461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6"/>
                        </a:lnTo>
                        <a:lnTo>
                          <a:pt x="0" y="1461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75000"/>
                      <a:lumOff val="2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</p:grpSp>
            <p:grpSp>
              <p:nvGrpSpPr>
                <p:cNvPr id="38" name="グループ化 37">
                  <a:extLst>
                    <a:ext uri="{FF2B5EF4-FFF2-40B4-BE49-F238E27FC236}">
                      <a16:creationId xmlns:a16="http://schemas.microsoft.com/office/drawing/2014/main" id="{0FC37D3E-A138-9A24-10C1-2F1CEFEAAB8D}"/>
                    </a:ext>
                  </a:extLst>
                </p:cNvPr>
                <p:cNvGrpSpPr/>
                <p:nvPr/>
              </p:nvGrpSpPr>
              <p:grpSpPr>
                <a:xfrm>
                  <a:off x="1691628" y="3977442"/>
                  <a:ext cx="7537414" cy="1201047"/>
                  <a:chOff x="-209199" y="5359779"/>
                  <a:chExt cx="10999255" cy="1519495"/>
                </a:xfrm>
              </p:grpSpPr>
              <p:grpSp>
                <p:nvGrpSpPr>
                  <p:cNvPr id="39" name="グループ化 38">
                    <a:extLst>
                      <a:ext uri="{FF2B5EF4-FFF2-40B4-BE49-F238E27FC236}">
                        <a16:creationId xmlns:a16="http://schemas.microsoft.com/office/drawing/2014/main" id="{64F60927-F9B5-9867-CAAD-5191A91C756A}"/>
                      </a:ext>
                    </a:extLst>
                  </p:cNvPr>
                  <p:cNvGrpSpPr/>
                  <p:nvPr/>
                </p:nvGrpSpPr>
                <p:grpSpPr>
                  <a:xfrm>
                    <a:off x="4532408" y="5359779"/>
                    <a:ext cx="2707516" cy="1519495"/>
                    <a:chOff x="2293937" y="633412"/>
                    <a:chExt cx="915988" cy="946151"/>
                  </a:xfrm>
                </p:grpSpPr>
                <p:sp>
                  <p:nvSpPr>
                    <p:cNvPr id="41" name="Freeform 62">
                      <a:extLst>
                        <a:ext uri="{FF2B5EF4-FFF2-40B4-BE49-F238E27FC236}">
                          <a16:creationId xmlns:a16="http://schemas.microsoft.com/office/drawing/2014/main" id="{DB1CFFC3-6E6D-4F95-D42D-B998839ED6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93937" y="633412"/>
                      <a:ext cx="406400" cy="774700"/>
                    </a:xfrm>
                    <a:custGeom>
                      <a:avLst/>
                      <a:gdLst>
                        <a:gd name="T0" fmla="*/ 0 w 769"/>
                        <a:gd name="T1" fmla="*/ 1463 h 1463"/>
                        <a:gd name="T2" fmla="*/ 769 w 769"/>
                        <a:gd name="T3" fmla="*/ 975 h 1463"/>
                        <a:gd name="T4" fmla="*/ 769 w 769"/>
                        <a:gd name="T5" fmla="*/ 0 h 1463"/>
                        <a:gd name="T6" fmla="*/ 0 w 769"/>
                        <a:gd name="T7" fmla="*/ 488 h 1463"/>
                        <a:gd name="T8" fmla="*/ 0 w 769"/>
                        <a:gd name="T9" fmla="*/ 1463 h 14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9" h="1463">
                          <a:moveTo>
                            <a:pt x="0" y="1463"/>
                          </a:moveTo>
                          <a:lnTo>
                            <a:pt x="769" y="975"/>
                          </a:lnTo>
                          <a:lnTo>
                            <a:pt x="769" y="0"/>
                          </a:lnTo>
                          <a:lnTo>
                            <a:pt x="0" y="488"/>
                          </a:lnTo>
                          <a:lnTo>
                            <a:pt x="0" y="1463"/>
                          </a:lnTo>
                          <a:close/>
                        </a:path>
                      </a:pathLst>
                    </a:custGeom>
                    <a:solidFill>
                      <a:schemeClr val="tx2">
                        <a:lumMod val="90000"/>
                        <a:lumOff val="10000"/>
                      </a:schemeClr>
                    </a:solidFill>
                    <a:ln w="12700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42" name="Freeform 63">
                      <a:extLst>
                        <a:ext uri="{FF2B5EF4-FFF2-40B4-BE49-F238E27FC236}">
                          <a16:creationId xmlns:a16="http://schemas.microsoft.com/office/drawing/2014/main" id="{0339841E-5237-0D42-E160-9EF92D357E8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700337" y="633412"/>
                      <a:ext cx="509588" cy="688975"/>
                    </a:xfrm>
                    <a:custGeom>
                      <a:avLst/>
                      <a:gdLst>
                        <a:gd name="T0" fmla="*/ 0 w 961"/>
                        <a:gd name="T1" fmla="*/ 0 h 1301"/>
                        <a:gd name="T2" fmla="*/ 961 w 961"/>
                        <a:gd name="T3" fmla="*/ 326 h 1301"/>
                        <a:gd name="T4" fmla="*/ 961 w 961"/>
                        <a:gd name="T5" fmla="*/ 1301 h 1301"/>
                        <a:gd name="T6" fmla="*/ 0 w 961"/>
                        <a:gd name="T7" fmla="*/ 975 h 1301"/>
                        <a:gd name="T8" fmla="*/ 0 w 961"/>
                        <a:gd name="T9" fmla="*/ 0 h 130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61" h="1301">
                          <a:moveTo>
                            <a:pt x="0" y="0"/>
                          </a:moveTo>
                          <a:lnTo>
                            <a:pt x="961" y="326"/>
                          </a:lnTo>
                          <a:lnTo>
                            <a:pt x="961" y="1301"/>
                          </a:lnTo>
                          <a:lnTo>
                            <a:pt x="0" y="97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tx2">
                        <a:lumMod val="25000"/>
                        <a:lumOff val="75000"/>
                      </a:schemeClr>
                    </a:solidFill>
                    <a:ln w="12700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43" name="Freeform 64">
                      <a:extLst>
                        <a:ext uri="{FF2B5EF4-FFF2-40B4-BE49-F238E27FC236}">
                          <a16:creationId xmlns:a16="http://schemas.microsoft.com/office/drawing/2014/main" id="{15CEC83C-FFD7-0B01-3DC3-2C55ED7129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93937" y="892175"/>
                      <a:ext cx="508000" cy="687388"/>
                    </a:xfrm>
                    <a:custGeom>
                      <a:avLst/>
                      <a:gdLst>
                        <a:gd name="T0" fmla="*/ 0 w 961"/>
                        <a:gd name="T1" fmla="*/ 0 h 1299"/>
                        <a:gd name="T2" fmla="*/ 0 w 961"/>
                        <a:gd name="T3" fmla="*/ 975 h 1299"/>
                        <a:gd name="T4" fmla="*/ 961 w 961"/>
                        <a:gd name="T5" fmla="*/ 1299 h 1299"/>
                        <a:gd name="T6" fmla="*/ 961 w 961"/>
                        <a:gd name="T7" fmla="*/ 324 h 1299"/>
                        <a:gd name="T8" fmla="*/ 0 w 961"/>
                        <a:gd name="T9" fmla="*/ 0 h 129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61" h="1299">
                          <a:moveTo>
                            <a:pt x="0" y="0"/>
                          </a:moveTo>
                          <a:lnTo>
                            <a:pt x="0" y="975"/>
                          </a:lnTo>
                          <a:lnTo>
                            <a:pt x="961" y="1299"/>
                          </a:lnTo>
                          <a:lnTo>
                            <a:pt x="961" y="32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tx2">
                        <a:lumMod val="10000"/>
                        <a:lumOff val="90000"/>
                      </a:schemeClr>
                    </a:solidFill>
                    <a:ln w="12700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44" name="Freeform 65">
                      <a:extLst>
                        <a:ext uri="{FF2B5EF4-FFF2-40B4-BE49-F238E27FC236}">
                          <a16:creationId xmlns:a16="http://schemas.microsoft.com/office/drawing/2014/main" id="{87890524-DD09-BA94-D591-9A17C970D91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01937" y="806450"/>
                      <a:ext cx="407988" cy="773113"/>
                    </a:xfrm>
                    <a:custGeom>
                      <a:avLst/>
                      <a:gdLst>
                        <a:gd name="T0" fmla="*/ 0 w 769"/>
                        <a:gd name="T1" fmla="*/ 1461 h 1461"/>
                        <a:gd name="T2" fmla="*/ 769 w 769"/>
                        <a:gd name="T3" fmla="*/ 975 h 1461"/>
                        <a:gd name="T4" fmla="*/ 769 w 769"/>
                        <a:gd name="T5" fmla="*/ 0 h 1461"/>
                        <a:gd name="T6" fmla="*/ 0 w 769"/>
                        <a:gd name="T7" fmla="*/ 486 h 1461"/>
                        <a:gd name="T8" fmla="*/ 0 w 769"/>
                        <a:gd name="T9" fmla="*/ 1461 h 14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9" h="1461">
                          <a:moveTo>
                            <a:pt x="0" y="1461"/>
                          </a:moveTo>
                          <a:lnTo>
                            <a:pt x="769" y="975"/>
                          </a:lnTo>
                          <a:lnTo>
                            <a:pt x="769" y="0"/>
                          </a:lnTo>
                          <a:lnTo>
                            <a:pt x="0" y="486"/>
                          </a:lnTo>
                          <a:lnTo>
                            <a:pt x="0" y="1461"/>
                          </a:lnTo>
                          <a:close/>
                        </a:path>
                      </a:pathLst>
                    </a:custGeom>
                    <a:solidFill>
                      <a:schemeClr val="tx2">
                        <a:lumMod val="75000"/>
                        <a:lumOff val="25000"/>
                      </a:schemeClr>
                    </a:solidFill>
                    <a:ln w="12700">
                      <a:solidFill>
                        <a:schemeClr val="bg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ja-JP" altLang="en-US"/>
                    </a:p>
                  </p:txBody>
                </p:sp>
              </p:grpSp>
              <p:sp>
                <p:nvSpPr>
                  <p:cNvPr id="40" name="テキスト ボックス 39">
                    <a:extLst>
                      <a:ext uri="{FF2B5EF4-FFF2-40B4-BE49-F238E27FC236}">
                        <a16:creationId xmlns:a16="http://schemas.microsoft.com/office/drawing/2014/main" id="{EE004117-12A9-DA36-7627-C4395C80235C}"/>
                      </a:ext>
                    </a:extLst>
                  </p:cNvPr>
                  <p:cNvSpPr txBox="1"/>
                  <p:nvPr/>
                </p:nvSpPr>
                <p:spPr>
                  <a:xfrm rot="757606">
                    <a:off x="-209199" y="6107802"/>
                    <a:ext cx="10999255" cy="4672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ja-JP" dirty="0"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n u m s</a:t>
                    </a:r>
                    <a:endParaRPr kumimoji="1" lang="ja-JP" altLang="en-US" dirty="0"/>
                  </a:p>
                </p:txBody>
              </p:sp>
            </p:grpSp>
            <p:grpSp>
              <p:nvGrpSpPr>
                <p:cNvPr id="46" name="グループ化 45">
                  <a:extLst>
                    <a:ext uri="{FF2B5EF4-FFF2-40B4-BE49-F238E27FC236}">
                      <a16:creationId xmlns:a16="http://schemas.microsoft.com/office/drawing/2014/main" id="{0C535358-A644-8E68-D641-6DFD75AC184E}"/>
                    </a:ext>
                  </a:extLst>
                </p:cNvPr>
                <p:cNvGrpSpPr/>
                <p:nvPr/>
              </p:nvGrpSpPr>
              <p:grpSpPr>
                <a:xfrm>
                  <a:off x="6023584" y="4229791"/>
                  <a:ext cx="1855368" cy="1201047"/>
                  <a:chOff x="2293937" y="633412"/>
                  <a:chExt cx="915988" cy="946151"/>
                </a:xfrm>
              </p:grpSpPr>
              <p:sp>
                <p:nvSpPr>
                  <p:cNvPr id="48" name="Freeform 62">
                    <a:extLst>
                      <a:ext uri="{FF2B5EF4-FFF2-40B4-BE49-F238E27FC236}">
                        <a16:creationId xmlns:a16="http://schemas.microsoft.com/office/drawing/2014/main" id="{AFFFBB40-EC21-805A-86E9-EFAE33F833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633412"/>
                    <a:ext cx="406400" cy="774700"/>
                  </a:xfrm>
                  <a:custGeom>
                    <a:avLst/>
                    <a:gdLst>
                      <a:gd name="T0" fmla="*/ 0 w 769"/>
                      <a:gd name="T1" fmla="*/ 1463 h 1463"/>
                      <a:gd name="T2" fmla="*/ 769 w 769"/>
                      <a:gd name="T3" fmla="*/ 975 h 1463"/>
                      <a:gd name="T4" fmla="*/ 769 w 769"/>
                      <a:gd name="T5" fmla="*/ 0 h 1463"/>
                      <a:gd name="T6" fmla="*/ 0 w 769"/>
                      <a:gd name="T7" fmla="*/ 488 h 1463"/>
                      <a:gd name="T8" fmla="*/ 0 w 769"/>
                      <a:gd name="T9" fmla="*/ 1463 h 14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3">
                        <a:moveTo>
                          <a:pt x="0" y="1463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8"/>
                        </a:lnTo>
                        <a:lnTo>
                          <a:pt x="0" y="146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90000"/>
                      <a:lumOff val="1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49" name="Freeform 63">
                    <a:extLst>
                      <a:ext uri="{FF2B5EF4-FFF2-40B4-BE49-F238E27FC236}">
                        <a16:creationId xmlns:a16="http://schemas.microsoft.com/office/drawing/2014/main" id="{9B8E27E2-20B6-29E2-840D-51F62A52748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337" y="633412"/>
                    <a:ext cx="509588" cy="688975"/>
                  </a:xfrm>
                  <a:custGeom>
                    <a:avLst/>
                    <a:gdLst>
                      <a:gd name="T0" fmla="*/ 0 w 961"/>
                      <a:gd name="T1" fmla="*/ 0 h 1301"/>
                      <a:gd name="T2" fmla="*/ 961 w 961"/>
                      <a:gd name="T3" fmla="*/ 326 h 1301"/>
                      <a:gd name="T4" fmla="*/ 961 w 961"/>
                      <a:gd name="T5" fmla="*/ 1301 h 1301"/>
                      <a:gd name="T6" fmla="*/ 0 w 961"/>
                      <a:gd name="T7" fmla="*/ 975 h 1301"/>
                      <a:gd name="T8" fmla="*/ 0 w 961"/>
                      <a:gd name="T9" fmla="*/ 0 h 13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301">
                        <a:moveTo>
                          <a:pt x="0" y="0"/>
                        </a:moveTo>
                        <a:lnTo>
                          <a:pt x="961" y="326"/>
                        </a:lnTo>
                        <a:lnTo>
                          <a:pt x="961" y="1301"/>
                        </a:lnTo>
                        <a:lnTo>
                          <a:pt x="0" y="9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5000"/>
                      <a:lumOff val="7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50" name="Freeform 64">
                    <a:extLst>
                      <a:ext uri="{FF2B5EF4-FFF2-40B4-BE49-F238E27FC236}">
                        <a16:creationId xmlns:a16="http://schemas.microsoft.com/office/drawing/2014/main" id="{7888A59F-00E1-C072-EE3C-09D8FFFBEA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892175"/>
                    <a:ext cx="508000" cy="687388"/>
                  </a:xfrm>
                  <a:custGeom>
                    <a:avLst/>
                    <a:gdLst>
                      <a:gd name="T0" fmla="*/ 0 w 961"/>
                      <a:gd name="T1" fmla="*/ 0 h 1299"/>
                      <a:gd name="T2" fmla="*/ 0 w 961"/>
                      <a:gd name="T3" fmla="*/ 975 h 1299"/>
                      <a:gd name="T4" fmla="*/ 961 w 961"/>
                      <a:gd name="T5" fmla="*/ 1299 h 1299"/>
                      <a:gd name="T6" fmla="*/ 961 w 961"/>
                      <a:gd name="T7" fmla="*/ 324 h 1299"/>
                      <a:gd name="T8" fmla="*/ 0 w 961"/>
                      <a:gd name="T9" fmla="*/ 0 h 12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299">
                        <a:moveTo>
                          <a:pt x="0" y="0"/>
                        </a:moveTo>
                        <a:lnTo>
                          <a:pt x="0" y="975"/>
                        </a:lnTo>
                        <a:lnTo>
                          <a:pt x="961" y="1299"/>
                        </a:lnTo>
                        <a:lnTo>
                          <a:pt x="961" y="32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10000"/>
                      <a:lumOff val="9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51" name="Freeform 65">
                    <a:extLst>
                      <a:ext uri="{FF2B5EF4-FFF2-40B4-BE49-F238E27FC236}">
                        <a16:creationId xmlns:a16="http://schemas.microsoft.com/office/drawing/2014/main" id="{9B880EC6-7B54-EEB0-8A06-A9A91D475F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1937" y="806450"/>
                    <a:ext cx="407988" cy="773113"/>
                  </a:xfrm>
                  <a:custGeom>
                    <a:avLst/>
                    <a:gdLst>
                      <a:gd name="T0" fmla="*/ 0 w 769"/>
                      <a:gd name="T1" fmla="*/ 1461 h 1461"/>
                      <a:gd name="T2" fmla="*/ 769 w 769"/>
                      <a:gd name="T3" fmla="*/ 975 h 1461"/>
                      <a:gd name="T4" fmla="*/ 769 w 769"/>
                      <a:gd name="T5" fmla="*/ 0 h 1461"/>
                      <a:gd name="T6" fmla="*/ 0 w 769"/>
                      <a:gd name="T7" fmla="*/ 486 h 1461"/>
                      <a:gd name="T8" fmla="*/ 0 w 769"/>
                      <a:gd name="T9" fmla="*/ 1461 h 1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1">
                        <a:moveTo>
                          <a:pt x="0" y="1461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6"/>
                        </a:lnTo>
                        <a:lnTo>
                          <a:pt x="0" y="1461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75000"/>
                      <a:lumOff val="2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</p:grpSp>
            <p:grpSp>
              <p:nvGrpSpPr>
                <p:cNvPr id="53" name="グループ化 52">
                  <a:extLst>
                    <a:ext uri="{FF2B5EF4-FFF2-40B4-BE49-F238E27FC236}">
                      <a16:creationId xmlns:a16="http://schemas.microsoft.com/office/drawing/2014/main" id="{27728E10-7F6A-7899-4B40-B5B61064401F}"/>
                    </a:ext>
                  </a:extLst>
                </p:cNvPr>
                <p:cNvGrpSpPr/>
                <p:nvPr/>
              </p:nvGrpSpPr>
              <p:grpSpPr>
                <a:xfrm>
                  <a:off x="7110848" y="4492789"/>
                  <a:ext cx="1855368" cy="1201047"/>
                  <a:chOff x="2293937" y="633412"/>
                  <a:chExt cx="915988" cy="946151"/>
                </a:xfrm>
              </p:grpSpPr>
              <p:sp>
                <p:nvSpPr>
                  <p:cNvPr id="55" name="Freeform 62">
                    <a:extLst>
                      <a:ext uri="{FF2B5EF4-FFF2-40B4-BE49-F238E27FC236}">
                        <a16:creationId xmlns:a16="http://schemas.microsoft.com/office/drawing/2014/main" id="{D32CC33C-D742-B7CE-1C86-BFAEDDC04E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633412"/>
                    <a:ext cx="406400" cy="774700"/>
                  </a:xfrm>
                  <a:custGeom>
                    <a:avLst/>
                    <a:gdLst>
                      <a:gd name="T0" fmla="*/ 0 w 769"/>
                      <a:gd name="T1" fmla="*/ 1463 h 1463"/>
                      <a:gd name="T2" fmla="*/ 769 w 769"/>
                      <a:gd name="T3" fmla="*/ 975 h 1463"/>
                      <a:gd name="T4" fmla="*/ 769 w 769"/>
                      <a:gd name="T5" fmla="*/ 0 h 1463"/>
                      <a:gd name="T6" fmla="*/ 0 w 769"/>
                      <a:gd name="T7" fmla="*/ 488 h 1463"/>
                      <a:gd name="T8" fmla="*/ 0 w 769"/>
                      <a:gd name="T9" fmla="*/ 1463 h 14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3">
                        <a:moveTo>
                          <a:pt x="0" y="1463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8"/>
                        </a:lnTo>
                        <a:lnTo>
                          <a:pt x="0" y="146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90000"/>
                      <a:lumOff val="1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56" name="Freeform 63">
                    <a:extLst>
                      <a:ext uri="{FF2B5EF4-FFF2-40B4-BE49-F238E27FC236}">
                        <a16:creationId xmlns:a16="http://schemas.microsoft.com/office/drawing/2014/main" id="{1410479C-8972-5B18-C0BC-A69B83A162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337" y="633412"/>
                    <a:ext cx="509588" cy="688975"/>
                  </a:xfrm>
                  <a:custGeom>
                    <a:avLst/>
                    <a:gdLst>
                      <a:gd name="T0" fmla="*/ 0 w 961"/>
                      <a:gd name="T1" fmla="*/ 0 h 1301"/>
                      <a:gd name="T2" fmla="*/ 961 w 961"/>
                      <a:gd name="T3" fmla="*/ 326 h 1301"/>
                      <a:gd name="T4" fmla="*/ 961 w 961"/>
                      <a:gd name="T5" fmla="*/ 1301 h 1301"/>
                      <a:gd name="T6" fmla="*/ 0 w 961"/>
                      <a:gd name="T7" fmla="*/ 975 h 1301"/>
                      <a:gd name="T8" fmla="*/ 0 w 961"/>
                      <a:gd name="T9" fmla="*/ 0 h 13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301">
                        <a:moveTo>
                          <a:pt x="0" y="0"/>
                        </a:moveTo>
                        <a:lnTo>
                          <a:pt x="961" y="326"/>
                        </a:lnTo>
                        <a:lnTo>
                          <a:pt x="961" y="1301"/>
                        </a:lnTo>
                        <a:lnTo>
                          <a:pt x="0" y="9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5000"/>
                      <a:lumOff val="7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57" name="Freeform 64">
                    <a:extLst>
                      <a:ext uri="{FF2B5EF4-FFF2-40B4-BE49-F238E27FC236}">
                        <a16:creationId xmlns:a16="http://schemas.microsoft.com/office/drawing/2014/main" id="{0C2904B2-164A-898B-218C-C47B9ECB9C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892175"/>
                    <a:ext cx="508000" cy="687388"/>
                  </a:xfrm>
                  <a:custGeom>
                    <a:avLst/>
                    <a:gdLst>
                      <a:gd name="T0" fmla="*/ 0 w 961"/>
                      <a:gd name="T1" fmla="*/ 0 h 1299"/>
                      <a:gd name="T2" fmla="*/ 0 w 961"/>
                      <a:gd name="T3" fmla="*/ 975 h 1299"/>
                      <a:gd name="T4" fmla="*/ 961 w 961"/>
                      <a:gd name="T5" fmla="*/ 1299 h 1299"/>
                      <a:gd name="T6" fmla="*/ 961 w 961"/>
                      <a:gd name="T7" fmla="*/ 324 h 1299"/>
                      <a:gd name="T8" fmla="*/ 0 w 961"/>
                      <a:gd name="T9" fmla="*/ 0 h 12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299">
                        <a:moveTo>
                          <a:pt x="0" y="0"/>
                        </a:moveTo>
                        <a:lnTo>
                          <a:pt x="0" y="975"/>
                        </a:lnTo>
                        <a:lnTo>
                          <a:pt x="961" y="1299"/>
                        </a:lnTo>
                        <a:lnTo>
                          <a:pt x="961" y="32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10000"/>
                      <a:lumOff val="9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58" name="Freeform 65">
                    <a:extLst>
                      <a:ext uri="{FF2B5EF4-FFF2-40B4-BE49-F238E27FC236}">
                        <a16:creationId xmlns:a16="http://schemas.microsoft.com/office/drawing/2014/main" id="{D0B27518-7A69-853B-15EB-0E2E4E5396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1937" y="806450"/>
                    <a:ext cx="407988" cy="773113"/>
                  </a:xfrm>
                  <a:custGeom>
                    <a:avLst/>
                    <a:gdLst>
                      <a:gd name="T0" fmla="*/ 0 w 769"/>
                      <a:gd name="T1" fmla="*/ 1461 h 1461"/>
                      <a:gd name="T2" fmla="*/ 769 w 769"/>
                      <a:gd name="T3" fmla="*/ 975 h 1461"/>
                      <a:gd name="T4" fmla="*/ 769 w 769"/>
                      <a:gd name="T5" fmla="*/ 0 h 1461"/>
                      <a:gd name="T6" fmla="*/ 0 w 769"/>
                      <a:gd name="T7" fmla="*/ 486 h 1461"/>
                      <a:gd name="T8" fmla="*/ 0 w 769"/>
                      <a:gd name="T9" fmla="*/ 1461 h 1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1">
                        <a:moveTo>
                          <a:pt x="0" y="1461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6"/>
                        </a:lnTo>
                        <a:lnTo>
                          <a:pt x="0" y="1461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75000"/>
                      <a:lumOff val="2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</p:grpSp>
            <p:grpSp>
              <p:nvGrpSpPr>
                <p:cNvPr id="60" name="グループ化 59">
                  <a:extLst>
                    <a:ext uri="{FF2B5EF4-FFF2-40B4-BE49-F238E27FC236}">
                      <a16:creationId xmlns:a16="http://schemas.microsoft.com/office/drawing/2014/main" id="{15349F1B-C620-A157-B0F3-BB8A4C7B87A2}"/>
                    </a:ext>
                  </a:extLst>
                </p:cNvPr>
                <p:cNvGrpSpPr/>
                <p:nvPr/>
              </p:nvGrpSpPr>
              <p:grpSpPr>
                <a:xfrm>
                  <a:off x="8203362" y="4745157"/>
                  <a:ext cx="1855368" cy="1201047"/>
                  <a:chOff x="2293937" y="633412"/>
                  <a:chExt cx="915988" cy="946151"/>
                </a:xfrm>
              </p:grpSpPr>
              <p:sp>
                <p:nvSpPr>
                  <p:cNvPr id="62" name="Freeform 62">
                    <a:extLst>
                      <a:ext uri="{FF2B5EF4-FFF2-40B4-BE49-F238E27FC236}">
                        <a16:creationId xmlns:a16="http://schemas.microsoft.com/office/drawing/2014/main" id="{ADB50622-EC3D-D3FB-B8D3-F0F2B773FD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633412"/>
                    <a:ext cx="406400" cy="774700"/>
                  </a:xfrm>
                  <a:custGeom>
                    <a:avLst/>
                    <a:gdLst>
                      <a:gd name="T0" fmla="*/ 0 w 769"/>
                      <a:gd name="T1" fmla="*/ 1463 h 1463"/>
                      <a:gd name="T2" fmla="*/ 769 w 769"/>
                      <a:gd name="T3" fmla="*/ 975 h 1463"/>
                      <a:gd name="T4" fmla="*/ 769 w 769"/>
                      <a:gd name="T5" fmla="*/ 0 h 1463"/>
                      <a:gd name="T6" fmla="*/ 0 w 769"/>
                      <a:gd name="T7" fmla="*/ 488 h 1463"/>
                      <a:gd name="T8" fmla="*/ 0 w 769"/>
                      <a:gd name="T9" fmla="*/ 1463 h 14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3">
                        <a:moveTo>
                          <a:pt x="0" y="1463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8"/>
                        </a:lnTo>
                        <a:lnTo>
                          <a:pt x="0" y="146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90000"/>
                      <a:lumOff val="1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63" name="Freeform 63">
                    <a:extLst>
                      <a:ext uri="{FF2B5EF4-FFF2-40B4-BE49-F238E27FC236}">
                        <a16:creationId xmlns:a16="http://schemas.microsoft.com/office/drawing/2014/main" id="{32B3B99D-B3E5-01B0-B0C4-304419B6B7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0337" y="633412"/>
                    <a:ext cx="509588" cy="688975"/>
                  </a:xfrm>
                  <a:custGeom>
                    <a:avLst/>
                    <a:gdLst>
                      <a:gd name="T0" fmla="*/ 0 w 961"/>
                      <a:gd name="T1" fmla="*/ 0 h 1301"/>
                      <a:gd name="T2" fmla="*/ 961 w 961"/>
                      <a:gd name="T3" fmla="*/ 326 h 1301"/>
                      <a:gd name="T4" fmla="*/ 961 w 961"/>
                      <a:gd name="T5" fmla="*/ 1301 h 1301"/>
                      <a:gd name="T6" fmla="*/ 0 w 961"/>
                      <a:gd name="T7" fmla="*/ 975 h 1301"/>
                      <a:gd name="T8" fmla="*/ 0 w 961"/>
                      <a:gd name="T9" fmla="*/ 0 h 13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301">
                        <a:moveTo>
                          <a:pt x="0" y="0"/>
                        </a:moveTo>
                        <a:lnTo>
                          <a:pt x="961" y="326"/>
                        </a:lnTo>
                        <a:lnTo>
                          <a:pt x="961" y="1301"/>
                        </a:lnTo>
                        <a:lnTo>
                          <a:pt x="0" y="9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5000"/>
                      <a:lumOff val="7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64" name="Freeform 64">
                    <a:extLst>
                      <a:ext uri="{FF2B5EF4-FFF2-40B4-BE49-F238E27FC236}">
                        <a16:creationId xmlns:a16="http://schemas.microsoft.com/office/drawing/2014/main" id="{34000565-242F-A2AF-93EE-92610E0C51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3937" y="892175"/>
                    <a:ext cx="508000" cy="687388"/>
                  </a:xfrm>
                  <a:custGeom>
                    <a:avLst/>
                    <a:gdLst>
                      <a:gd name="T0" fmla="*/ 0 w 961"/>
                      <a:gd name="T1" fmla="*/ 0 h 1299"/>
                      <a:gd name="T2" fmla="*/ 0 w 961"/>
                      <a:gd name="T3" fmla="*/ 975 h 1299"/>
                      <a:gd name="T4" fmla="*/ 961 w 961"/>
                      <a:gd name="T5" fmla="*/ 1299 h 1299"/>
                      <a:gd name="T6" fmla="*/ 961 w 961"/>
                      <a:gd name="T7" fmla="*/ 324 h 1299"/>
                      <a:gd name="T8" fmla="*/ 0 w 961"/>
                      <a:gd name="T9" fmla="*/ 0 h 12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1" h="1299">
                        <a:moveTo>
                          <a:pt x="0" y="0"/>
                        </a:moveTo>
                        <a:lnTo>
                          <a:pt x="0" y="975"/>
                        </a:lnTo>
                        <a:lnTo>
                          <a:pt x="961" y="1299"/>
                        </a:lnTo>
                        <a:lnTo>
                          <a:pt x="961" y="32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10000"/>
                      <a:lumOff val="90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  <p:sp>
                <p:nvSpPr>
                  <p:cNvPr id="65" name="Freeform 65">
                    <a:extLst>
                      <a:ext uri="{FF2B5EF4-FFF2-40B4-BE49-F238E27FC236}">
                        <a16:creationId xmlns:a16="http://schemas.microsoft.com/office/drawing/2014/main" id="{0ED991AE-61BC-24B5-3D78-DD99F9A1C3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1937" y="806450"/>
                    <a:ext cx="407988" cy="773113"/>
                  </a:xfrm>
                  <a:custGeom>
                    <a:avLst/>
                    <a:gdLst>
                      <a:gd name="T0" fmla="*/ 0 w 769"/>
                      <a:gd name="T1" fmla="*/ 1461 h 1461"/>
                      <a:gd name="T2" fmla="*/ 769 w 769"/>
                      <a:gd name="T3" fmla="*/ 975 h 1461"/>
                      <a:gd name="T4" fmla="*/ 769 w 769"/>
                      <a:gd name="T5" fmla="*/ 0 h 1461"/>
                      <a:gd name="T6" fmla="*/ 0 w 769"/>
                      <a:gd name="T7" fmla="*/ 486 h 1461"/>
                      <a:gd name="T8" fmla="*/ 0 w 769"/>
                      <a:gd name="T9" fmla="*/ 1461 h 1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9" h="1461">
                        <a:moveTo>
                          <a:pt x="0" y="1461"/>
                        </a:moveTo>
                        <a:lnTo>
                          <a:pt x="769" y="975"/>
                        </a:lnTo>
                        <a:lnTo>
                          <a:pt x="769" y="0"/>
                        </a:lnTo>
                        <a:lnTo>
                          <a:pt x="0" y="486"/>
                        </a:lnTo>
                        <a:lnTo>
                          <a:pt x="0" y="1461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75000"/>
                      <a:lumOff val="25000"/>
                    </a:schemeClr>
                  </a:solidFill>
                  <a:ln w="12700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ja-JP" altLang="en-US"/>
                  </a:p>
                </p:txBody>
              </p:sp>
            </p:grpSp>
          </p:grpSp>
          <p:sp>
            <p:nvSpPr>
              <p:cNvPr id="67" name="楕円 66">
                <a:extLst>
                  <a:ext uri="{FF2B5EF4-FFF2-40B4-BE49-F238E27FC236}">
                    <a16:creationId xmlns:a16="http://schemas.microsoft.com/office/drawing/2014/main" id="{BF21A956-CB00-BF1E-9063-CD81B39622FA}"/>
                  </a:ext>
                </a:extLst>
              </p:cNvPr>
              <p:cNvSpPr/>
              <p:nvPr/>
            </p:nvSpPr>
            <p:spPr>
              <a:xfrm>
                <a:off x="16720426" y="1838740"/>
                <a:ext cx="720000" cy="7200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4400" b="1" dirty="0"/>
                  <a:t>1</a:t>
                </a:r>
                <a:endParaRPr kumimoji="1" lang="ja-JP" altLang="en-US" sz="1100" b="1" dirty="0"/>
              </a:p>
            </p:txBody>
          </p:sp>
          <p:sp>
            <p:nvSpPr>
              <p:cNvPr id="68" name="楕円 67">
                <a:extLst>
                  <a:ext uri="{FF2B5EF4-FFF2-40B4-BE49-F238E27FC236}">
                    <a16:creationId xmlns:a16="http://schemas.microsoft.com/office/drawing/2014/main" id="{F2B537BA-F3C4-B2AA-7109-14A9838863FB}"/>
                  </a:ext>
                </a:extLst>
              </p:cNvPr>
              <p:cNvSpPr/>
              <p:nvPr/>
            </p:nvSpPr>
            <p:spPr>
              <a:xfrm>
                <a:off x="17824297" y="2076179"/>
                <a:ext cx="720000" cy="7200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4400" b="1" dirty="0"/>
                  <a:t>4</a:t>
                </a:r>
                <a:endParaRPr kumimoji="1" lang="ja-JP" altLang="en-US" sz="1100" b="1" dirty="0"/>
              </a:p>
            </p:txBody>
          </p:sp>
          <p:sp>
            <p:nvSpPr>
              <p:cNvPr id="69" name="楕円 68">
                <a:extLst>
                  <a:ext uri="{FF2B5EF4-FFF2-40B4-BE49-F238E27FC236}">
                    <a16:creationId xmlns:a16="http://schemas.microsoft.com/office/drawing/2014/main" id="{F23AD8C8-DB68-2501-5F67-2828604541AB}"/>
                  </a:ext>
                </a:extLst>
              </p:cNvPr>
              <p:cNvSpPr/>
              <p:nvPr/>
            </p:nvSpPr>
            <p:spPr>
              <a:xfrm>
                <a:off x="18899881" y="2346559"/>
                <a:ext cx="720000" cy="7200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4400" b="1" dirty="0"/>
                  <a:t>6</a:t>
                </a:r>
                <a:endParaRPr kumimoji="1" lang="ja-JP" altLang="en-US" sz="1100" b="1" dirty="0"/>
              </a:p>
            </p:txBody>
          </p:sp>
          <p:sp>
            <p:nvSpPr>
              <p:cNvPr id="70" name="楕円 69">
                <a:extLst>
                  <a:ext uri="{FF2B5EF4-FFF2-40B4-BE49-F238E27FC236}">
                    <a16:creationId xmlns:a16="http://schemas.microsoft.com/office/drawing/2014/main" id="{5C540FE8-4A80-90E8-B8B5-9634951920D5}"/>
                  </a:ext>
                </a:extLst>
              </p:cNvPr>
              <p:cNvSpPr/>
              <p:nvPr/>
            </p:nvSpPr>
            <p:spPr>
              <a:xfrm>
                <a:off x="19963096" y="2592166"/>
                <a:ext cx="720000" cy="7200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4400" b="1" dirty="0"/>
                  <a:t>3</a:t>
                </a:r>
                <a:endParaRPr kumimoji="1" lang="ja-JP" altLang="en-US" sz="1100" b="1" dirty="0"/>
              </a:p>
            </p:txBody>
          </p:sp>
          <p:sp>
            <p:nvSpPr>
              <p:cNvPr id="71" name="楕円 70">
                <a:extLst>
                  <a:ext uri="{FF2B5EF4-FFF2-40B4-BE49-F238E27FC236}">
                    <a16:creationId xmlns:a16="http://schemas.microsoft.com/office/drawing/2014/main" id="{5998F81C-E50B-61AC-2E72-FF3247EA312F}"/>
                  </a:ext>
                </a:extLst>
              </p:cNvPr>
              <p:cNvSpPr/>
              <p:nvPr/>
            </p:nvSpPr>
            <p:spPr>
              <a:xfrm>
                <a:off x="20998118" y="2848218"/>
                <a:ext cx="720000" cy="7200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4400" b="1" dirty="0"/>
                  <a:t>2</a:t>
                </a:r>
                <a:endParaRPr kumimoji="1" lang="ja-JP" altLang="en-US" sz="1100" b="1" dirty="0"/>
              </a:p>
            </p:txBody>
          </p:sp>
          <p:sp>
            <p:nvSpPr>
              <p:cNvPr id="72" name="楕円 71">
                <a:extLst>
                  <a:ext uri="{FF2B5EF4-FFF2-40B4-BE49-F238E27FC236}">
                    <a16:creationId xmlns:a16="http://schemas.microsoft.com/office/drawing/2014/main" id="{D3995F18-27CB-9D38-953D-74943BF4ADB8}"/>
                  </a:ext>
                </a:extLst>
              </p:cNvPr>
              <p:cNvSpPr/>
              <p:nvPr/>
            </p:nvSpPr>
            <p:spPr>
              <a:xfrm>
                <a:off x="22066023" y="3098582"/>
                <a:ext cx="720000" cy="7200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4400" b="1" dirty="0"/>
                  <a:t>5</a:t>
                </a:r>
                <a:endParaRPr kumimoji="1" lang="ja-JP" altLang="en-US" sz="1100" b="1" dirty="0"/>
              </a:p>
            </p:txBody>
          </p: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8079DB84-09EF-3449-EC79-D7E4DE12363C}"/>
                  </a:ext>
                </a:extLst>
              </p:cNvPr>
              <p:cNvSpPr/>
              <p:nvPr/>
            </p:nvSpPr>
            <p:spPr>
              <a:xfrm>
                <a:off x="23235059" y="3428138"/>
                <a:ext cx="720000" cy="7200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4400" b="1" dirty="0"/>
                  <a:t>7</a:t>
                </a:r>
                <a:endParaRPr kumimoji="1" lang="ja-JP" altLang="en-US" sz="1100" b="1" dirty="0"/>
              </a:p>
            </p:txBody>
          </p:sp>
        </p:grpSp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980DBBA9-897E-46D4-90A2-AD32CBB67D5A}"/>
                </a:ext>
              </a:extLst>
            </p:cNvPr>
            <p:cNvSpPr txBox="1"/>
            <p:nvPr/>
          </p:nvSpPr>
          <p:spPr>
            <a:xfrm rot="757606">
              <a:off x="15972061" y="3219523"/>
              <a:ext cx="1220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nums</a:t>
              </a:r>
              <a:r>
                <a:rPr lang="en-US" altLang="ja-JP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[0]</a:t>
              </a:r>
              <a:endParaRPr kumimoji="1" lang="ja-JP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79EE3976-2004-4AC6-8B6B-50098E5D78A1}"/>
                </a:ext>
              </a:extLst>
            </p:cNvPr>
            <p:cNvSpPr txBox="1"/>
            <p:nvPr/>
          </p:nvSpPr>
          <p:spPr>
            <a:xfrm rot="757606">
              <a:off x="16992955" y="3451568"/>
              <a:ext cx="1220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nums</a:t>
              </a:r>
              <a:r>
                <a:rPr lang="en-US" altLang="ja-JP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[1]</a:t>
              </a:r>
              <a:endParaRPr kumimoji="1" lang="ja-JP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B86B07F1-3DB4-451F-85BF-04A452E13036}"/>
                </a:ext>
              </a:extLst>
            </p:cNvPr>
            <p:cNvSpPr txBox="1"/>
            <p:nvPr/>
          </p:nvSpPr>
          <p:spPr>
            <a:xfrm rot="757606">
              <a:off x="18116834" y="3730910"/>
              <a:ext cx="1220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nums</a:t>
              </a:r>
              <a:r>
                <a:rPr lang="en-US" altLang="ja-JP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[2]</a:t>
              </a:r>
              <a:endParaRPr kumimoji="1" lang="ja-JP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E4468274-76C5-4245-A9FB-973ECB6C0522}"/>
                </a:ext>
              </a:extLst>
            </p:cNvPr>
            <p:cNvSpPr txBox="1"/>
            <p:nvPr/>
          </p:nvSpPr>
          <p:spPr>
            <a:xfrm rot="757606">
              <a:off x="19240713" y="4000498"/>
              <a:ext cx="1220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nums</a:t>
              </a:r>
              <a:r>
                <a:rPr lang="en-US" altLang="ja-JP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[3]</a:t>
              </a:r>
              <a:endParaRPr kumimoji="1" lang="ja-JP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6660D8C0-106A-446F-98BE-F4141AF45641}"/>
                </a:ext>
              </a:extLst>
            </p:cNvPr>
            <p:cNvSpPr txBox="1"/>
            <p:nvPr/>
          </p:nvSpPr>
          <p:spPr>
            <a:xfrm rot="757606">
              <a:off x="20296612" y="4257188"/>
              <a:ext cx="1220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nums</a:t>
              </a:r>
              <a:r>
                <a:rPr lang="en-US" altLang="ja-JP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[4]</a:t>
              </a:r>
              <a:endParaRPr kumimoji="1" lang="ja-JP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76364FA1-B1FE-4B8F-A0AC-5CB102F6B23F}"/>
                </a:ext>
              </a:extLst>
            </p:cNvPr>
            <p:cNvSpPr txBox="1"/>
            <p:nvPr/>
          </p:nvSpPr>
          <p:spPr>
            <a:xfrm rot="757606">
              <a:off x="21431572" y="4456589"/>
              <a:ext cx="1220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nums</a:t>
              </a:r>
              <a:r>
                <a:rPr lang="en-US" altLang="ja-JP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[5]</a:t>
              </a:r>
              <a:endParaRPr kumimoji="1" lang="ja-JP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F8F89891-9C5B-48A4-84EF-6B9FB2E2B436}"/>
                </a:ext>
              </a:extLst>
            </p:cNvPr>
            <p:cNvSpPr txBox="1"/>
            <p:nvPr/>
          </p:nvSpPr>
          <p:spPr>
            <a:xfrm rot="757606">
              <a:off x="22523859" y="4712619"/>
              <a:ext cx="1220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nums</a:t>
              </a:r>
              <a:r>
                <a:rPr lang="en-US" altLang="ja-JP" dirty="0">
                  <a:solidFill>
                    <a:schemeClr val="accent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[6]</a:t>
              </a:r>
              <a:endParaRPr kumimoji="1" lang="ja-JP" altLang="en-US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59AF9016-8312-4622-BA31-B2E422652A60}"/>
              </a:ext>
            </a:extLst>
          </p:cNvPr>
          <p:cNvSpPr txBox="1"/>
          <p:nvPr/>
        </p:nvSpPr>
        <p:spPr>
          <a:xfrm>
            <a:off x="2245621" y="5593005"/>
            <a:ext cx="7371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一番最初は添字（通し番号）が</a:t>
            </a:r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から始まる！</a:t>
            </a:r>
            <a:endParaRPr lang="en-US" altLang="ja-JP" sz="28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244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F721-E6CB-609B-A975-CED75BFB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8AEE4D0-26C4-D127-63AF-E5B19F6CD29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80494B86-EC3B-12BC-F793-C2FAAA91B9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7910038-875A-53AE-7BB3-B5A0A09D48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C5719EE6-D5C5-4981-3B31-CE7753C1D1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BC9D503-C5E7-1745-EDA0-FB118B933B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D829253-E454-7F69-BD03-908C6CC241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4DF9318B-B38C-6367-E869-164A7852F4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4C47B717-CA9D-CCFD-7D40-206DD9ED1A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D9704FB-E3AD-397E-CC6B-77FA1FD98BF0}"/>
              </a:ext>
            </a:extLst>
          </p:cNvPr>
          <p:cNvSpPr txBox="1"/>
          <p:nvPr/>
        </p:nvSpPr>
        <p:spPr>
          <a:xfrm>
            <a:off x="2661739" y="201920"/>
            <a:ext cx="53767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の配列について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11D5F3-454A-98E6-2D1F-6FD0C5C45908}"/>
              </a:ext>
            </a:extLst>
          </p:cNvPr>
          <p:cNvSpPr txBox="1"/>
          <p:nvPr/>
        </p:nvSpPr>
        <p:spPr>
          <a:xfrm>
            <a:off x="730268" y="2978627"/>
            <a:ext cx="6005247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vector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6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>
                <a:solidFill>
                  <a:srgbClr val="B580C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auto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ja-JP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x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x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  <a:endParaRPr lang="en-US" altLang="ja-JP" sz="20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sum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endl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D1E26FF9-E781-51C3-26D6-DCDA250A520E}"/>
              </a:ext>
            </a:extLst>
          </p:cNvPr>
          <p:cNvSpPr/>
          <p:nvPr/>
        </p:nvSpPr>
        <p:spPr>
          <a:xfrm>
            <a:off x="730269" y="2550101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9E08D92-F77A-3654-E76B-F8C8D1A2D1CF}"/>
              </a:ext>
            </a:extLst>
          </p:cNvPr>
          <p:cNvSpPr txBox="1"/>
          <p:nvPr/>
        </p:nvSpPr>
        <p:spPr>
          <a:xfrm>
            <a:off x="6999704" y="2212707"/>
            <a:ext cx="607616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先述のコードは一部を書き換え、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左のようにも書ける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この場合、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文は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の番号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を代入しているのではなく、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numbers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の要素を一つずつ</a:t>
            </a:r>
            <a:endParaRPr lang="en-US" altLang="ja-JP" sz="28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</a:t>
            </a:r>
            <a:r>
              <a:rPr lang="ja-JP" altLang="en-US" sz="28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に代入している</a:t>
            </a:r>
            <a:endParaRPr lang="en-US" altLang="ja-JP" sz="28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11FCC88-7C7A-24A7-0F30-118F33648D2B}"/>
              </a:ext>
            </a:extLst>
          </p:cNvPr>
          <p:cNvSpPr txBox="1"/>
          <p:nvPr/>
        </p:nvSpPr>
        <p:spPr>
          <a:xfrm>
            <a:off x="1794017" y="1523604"/>
            <a:ext cx="55402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for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文の他の使い方</a:t>
            </a:r>
            <a:endParaRPr lang="en-US" altLang="ja-JP" sz="48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31D183A-9B2B-5443-BF26-A0987F415CBB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564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BDD2D-8703-81EE-E73D-9B4CA7505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3C98056-4A07-14BA-703D-44FBBA23016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2D4A06A2-0279-AE2C-D391-BE077C5D2A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37BD159C-AAAB-473F-CCC2-63A221D016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6A3C4466-4F43-8EEE-C9FE-C7402BF50E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794374E-B1BA-F318-CCBF-3C96672E8D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C1FCEDD-286E-1C20-1DE3-F2610E108C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7F7847CD-C50E-BC82-9B52-1586FDE506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B93A2C37-9BE6-5225-302D-68BA3417BF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50A923F-B4BE-E434-A541-01C33D6D09A4}"/>
              </a:ext>
            </a:extLst>
          </p:cNvPr>
          <p:cNvSpPr txBox="1"/>
          <p:nvPr/>
        </p:nvSpPr>
        <p:spPr>
          <a:xfrm>
            <a:off x="2661739" y="201920"/>
            <a:ext cx="53767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の配列について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962AAC-B7FE-E537-EF39-7FD7A03DCF03}"/>
              </a:ext>
            </a:extLst>
          </p:cNvPr>
          <p:cNvSpPr txBox="1"/>
          <p:nvPr/>
        </p:nvSpPr>
        <p:spPr>
          <a:xfrm>
            <a:off x="730798" y="2984857"/>
            <a:ext cx="5365202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vector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.push_back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{0,1,2,3}</a:t>
            </a:r>
          </a:p>
          <a:p>
            <a:r>
              <a:rPr lang="en-US" altLang="ja-JP" sz="20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.insert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0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0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.begin</a:t>
            </a:r>
            <a:r>
              <a:rPr lang="en-US" altLang="ja-JP" sz="20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0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0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// {0,1,5,2,3}</a:t>
            </a:r>
            <a:endParaRPr lang="en-US" altLang="ja-JP" sz="20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0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0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97564370-2101-E106-5E29-90F67C529CAE}"/>
              </a:ext>
            </a:extLst>
          </p:cNvPr>
          <p:cNvSpPr/>
          <p:nvPr/>
        </p:nvSpPr>
        <p:spPr>
          <a:xfrm>
            <a:off x="730799" y="2556331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57EC8DF-78CC-3322-11C0-0A2F17B4211B}"/>
              </a:ext>
            </a:extLst>
          </p:cNvPr>
          <p:cNvSpPr txBox="1"/>
          <p:nvPr/>
        </p:nvSpPr>
        <p:spPr>
          <a:xfrm>
            <a:off x="1794017" y="1523604"/>
            <a:ext cx="80121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の色んな文法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- 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追加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0F7B8B9-115F-A62D-FF6E-6E0B90427152}"/>
              </a:ext>
            </a:extLst>
          </p:cNvPr>
          <p:cNvSpPr txBox="1"/>
          <p:nvPr/>
        </p:nvSpPr>
        <p:spPr>
          <a:xfrm>
            <a:off x="6130725" y="2574584"/>
            <a:ext cx="6239793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リストに要素を追加する方法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5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&gt;</a:t>
            </a:r>
            <a:r>
              <a:rPr lang="ja-JP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末尾に追加する</a:t>
            </a:r>
            <a:endParaRPr lang="en-US" altLang="ja-JP" sz="3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 </a:t>
            </a:r>
            <a:r>
              <a:rPr lang="en-US" altLang="ja-JP" sz="30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.</a:t>
            </a:r>
            <a:r>
              <a:rPr lang="en-US" altLang="ja-JP" sz="3000" dirty="0" err="1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push_back</a:t>
            </a:r>
            <a:r>
              <a:rPr lang="en-US" altLang="ja-JP" sz="30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()</a:t>
            </a:r>
          </a:p>
          <a:p>
            <a:r>
              <a:rPr lang="en-US" altLang="ja-JP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&gt;</a:t>
            </a:r>
            <a:r>
              <a:rPr lang="ja-JP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指定した番号に要素を挿入する</a:t>
            </a:r>
            <a:endParaRPr lang="en-US" altLang="ja-JP" sz="3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 </a:t>
            </a:r>
            <a:r>
              <a:rPr lang="en-US" altLang="ja-JP" sz="30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.insert(</a:t>
            </a:r>
            <a:r>
              <a:rPr lang="ja-JP" altLang="en-US" sz="30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lang="en-US" altLang="ja-JP" sz="30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,</a:t>
            </a:r>
            <a:r>
              <a:rPr lang="ja-JP" altLang="en-US" sz="30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要素</a:t>
            </a:r>
            <a:r>
              <a:rPr lang="en-US" altLang="ja-JP" sz="30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)</a:t>
            </a:r>
          </a:p>
          <a:p>
            <a:endParaRPr lang="en-US" altLang="ja-JP" sz="105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0390DDD4-7A1E-0F97-81EA-F2A3A64282A5}"/>
              </a:ext>
            </a:extLst>
          </p:cNvPr>
          <p:cNvCxnSpPr>
            <a:cxnSpLocks/>
          </p:cNvCxnSpPr>
          <p:nvPr/>
        </p:nvCxnSpPr>
        <p:spPr>
          <a:xfrm>
            <a:off x="2915529" y="4248888"/>
            <a:ext cx="174912" cy="0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E3D9EA3B-3D20-7AE1-0BCA-92DD8FBBA4E9}"/>
              </a:ext>
            </a:extLst>
          </p:cNvPr>
          <p:cNvCxnSpPr>
            <a:cxnSpLocks/>
          </p:cNvCxnSpPr>
          <p:nvPr/>
        </p:nvCxnSpPr>
        <p:spPr>
          <a:xfrm>
            <a:off x="2567940" y="4878041"/>
            <a:ext cx="221559" cy="786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04F6D10-5180-388F-8756-DDE395B8A75F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766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4778B-EBF7-5DD0-2872-954E40F7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2C79B95-A60F-9C73-B84E-2C598E565C9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3093BBDD-CBCC-423E-2D61-170EFDE82B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42D8973E-0416-D22C-C674-748074A6A5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4C241E8A-FB92-E5C9-C786-22378FEE3D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E6C78F79-6B92-B28F-0E59-35C512D707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6AC9C25-0EE6-2487-2744-03782664F6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CFA10E13-4B1C-CB84-1681-83D15441E8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60C140F-FD2F-F256-FFA6-9D841993CB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77322C8-8BBD-5662-6D10-43391B20A439}"/>
              </a:ext>
            </a:extLst>
          </p:cNvPr>
          <p:cNvSpPr txBox="1"/>
          <p:nvPr/>
        </p:nvSpPr>
        <p:spPr>
          <a:xfrm>
            <a:off x="2661739" y="201920"/>
            <a:ext cx="53767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の配列について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25C11C-DBC0-E8EA-5295-ADCC66F71FF4}"/>
              </a:ext>
            </a:extLst>
          </p:cNvPr>
          <p:cNvSpPr txBox="1"/>
          <p:nvPr/>
        </p:nvSpPr>
        <p:spPr>
          <a:xfrm>
            <a:off x="730798" y="2984857"/>
            <a:ext cx="6769598" cy="30469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rgbClr val="49D5A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vector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.pop_back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{0,1,2,3}</a:t>
            </a:r>
          </a:p>
          <a:p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.erase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ja-JP" altLang="en-US" sz="2400" b="1" dirty="0">
                <a:solidFill>
                  <a:srgbClr val="498D55"/>
                </a:solidFill>
                <a:latin typeface="+mn-ea"/>
                <a:cs typeface="Cascadia Code" panose="020B0609020000020004" pitchFamily="49" charset="0"/>
              </a:rPr>
              <a:t>本当は改行しない</a:t>
            </a:r>
            <a:endParaRPr lang="en-US" altLang="ja-JP" sz="2400" b="1" dirty="0">
              <a:solidFill>
                <a:srgbClr val="498D55"/>
              </a:solidFill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.begin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ja-JP" sz="2400" dirty="0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.begin</a:t>
            </a:r>
            <a:r>
              <a:rPr lang="en-US" altLang="ja-JP" sz="2400" dirty="0">
                <a:solidFill>
                  <a:srgbClr val="579E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  <a:r>
              <a:rPr lang="en-US" altLang="ja-JP" sz="2400" dirty="0">
                <a:solidFill>
                  <a:srgbClr val="BFDAB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>
                <a:solidFill>
                  <a:srgbClr val="498D5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// {0}</a:t>
            </a:r>
            <a:endParaRPr lang="en-US" altLang="ja-JP" sz="24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ja-JP" sz="2400" dirty="0">
                <a:solidFill>
                  <a:srgbClr val="FFDB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altLang="ja-JP" sz="24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169A0979-774C-AB31-0F20-1CAF551BAC46}"/>
              </a:ext>
            </a:extLst>
          </p:cNvPr>
          <p:cNvSpPr/>
          <p:nvPr/>
        </p:nvSpPr>
        <p:spPr>
          <a:xfrm>
            <a:off x="730799" y="2556331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E3D8CF5-E027-2DE7-29B0-6F96182059FC}"/>
              </a:ext>
            </a:extLst>
          </p:cNvPr>
          <p:cNvSpPr txBox="1"/>
          <p:nvPr/>
        </p:nvSpPr>
        <p:spPr>
          <a:xfrm>
            <a:off x="1794017" y="1523604"/>
            <a:ext cx="80249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の色んな文法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– 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削除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748D57-2A61-B5D0-6E2E-CBADB554CC2C}"/>
              </a:ext>
            </a:extLst>
          </p:cNvPr>
          <p:cNvSpPr txBox="1"/>
          <p:nvPr/>
        </p:nvSpPr>
        <p:spPr>
          <a:xfrm>
            <a:off x="7515172" y="2274479"/>
            <a:ext cx="76560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の要素を削除する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方法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&gt;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末尾の要素を削除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Code" panose="020B0609020000020004" pitchFamily="49" charset="0"/>
              </a:rPr>
              <a:t>  </a:t>
            </a:r>
            <a:r>
              <a:rPr lang="en-US" altLang="ja-JP" sz="28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.</a:t>
            </a:r>
            <a:r>
              <a:rPr lang="en-US" altLang="ja-JP" sz="2800" dirty="0" err="1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pop_back</a:t>
            </a:r>
            <a:r>
              <a:rPr lang="en-US" altLang="ja-JP" sz="28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()</a:t>
            </a: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&gt;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指定した番号の要素を削除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28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.erase(</a:t>
            </a:r>
            <a:r>
              <a:rPr lang="ja-JP" altLang="en-US" sz="2800" b="1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位置</a:t>
            </a:r>
            <a:r>
              <a:rPr lang="en-US" altLang="ja-JP" sz="28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)</a:t>
            </a: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Gothic" panose="020B0400000000000000" pitchFamily="50" charset="-128"/>
                <a:ea typeface="BIZ UDPGothic" panose="020B0400000000000000" pitchFamily="50" charset="-128"/>
                <a:cs typeface="Cascadia Code" panose="020B0609020000020004" pitchFamily="49" charset="0"/>
              </a:rPr>
              <a:t>&gt;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指定した範囲の要素を削除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BIZ UDPゴシック" panose="020B0400000000000000" pitchFamily="50" charset="-128"/>
              <a:cs typeface="Cascadia Code" panose="020B0609020000020004" pitchFamily="49" charset="0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28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.erase(</a:t>
            </a:r>
            <a:r>
              <a:rPr lang="ja-JP" altLang="en-US" sz="2800" b="1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始点</a:t>
            </a:r>
            <a:r>
              <a:rPr lang="en-US" altLang="ja-JP" sz="28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,</a:t>
            </a:r>
            <a:r>
              <a:rPr lang="ja-JP" altLang="en-US" sz="2800" b="1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終点</a:t>
            </a:r>
            <a:r>
              <a:rPr lang="en-US" altLang="ja-JP" sz="2800" dirty="0">
                <a:solidFill>
                  <a:schemeClr val="accent2"/>
                </a:solidFill>
                <a:latin typeface="Cascadia Code" panose="020B0609020000020004" pitchFamily="49" charset="0"/>
                <a:ea typeface="BIZ UDPゴシック" panose="020B0400000000000000" pitchFamily="50" charset="-128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EEA08FA-FD2C-92DA-A42F-944A826945DC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90115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736EB-34FA-4C13-A0D5-BDBBB9E9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3881AE2-101A-3EE5-1F1D-AEB0363F876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5F192878-783D-C1E9-6596-108BB16144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2226A600-5D8A-8AA5-8C05-1D9AD71500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83FC71A3-D1AA-150A-1902-0E9884A3FB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6FCAE35A-017E-765A-2176-39891E0845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0E93EE1F-8562-9462-FA9E-D9878C307B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4568474F-5116-60D5-BA86-109CB8415D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D7E73D7E-09D7-E665-2DA6-715E0961B0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A2FCB5-512D-DF7E-B18E-15EE9C894EEF}"/>
              </a:ext>
            </a:extLst>
          </p:cNvPr>
          <p:cNvSpPr txBox="1"/>
          <p:nvPr/>
        </p:nvSpPr>
        <p:spPr>
          <a:xfrm>
            <a:off x="2661739" y="201920"/>
            <a:ext cx="53767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b="1" dirty="0">
                <a:solidFill>
                  <a:schemeClr val="bg1"/>
                </a:solidFill>
              </a:rPr>
              <a:t>C++</a:t>
            </a:r>
            <a:r>
              <a:rPr lang="ja-JP" altLang="en-US" sz="4400" b="1" dirty="0">
                <a:solidFill>
                  <a:schemeClr val="bg1"/>
                </a:solidFill>
              </a:rPr>
              <a:t>の配列について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E050C79-1B5A-D73E-D2A4-57018CBB13E4}"/>
              </a:ext>
            </a:extLst>
          </p:cNvPr>
          <p:cNvSpPr txBox="1"/>
          <p:nvPr/>
        </p:nvSpPr>
        <p:spPr>
          <a:xfrm>
            <a:off x="378421" y="3019914"/>
            <a:ext cx="5195792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6A9955"/>
                </a:solidFill>
                <a:latin typeface="Cascadia Code" panose="020B0609020000020004" pitchFamily="49" charset="0"/>
                <a:ea typeface="BIZ UDPGothic" panose="020B0400000000000000" pitchFamily="50" charset="-128"/>
                <a:cs typeface="Cascadia Code" panose="020B0609020000020004" pitchFamily="49" charset="0"/>
              </a:rPr>
              <a:t>// </a:t>
            </a:r>
            <a:r>
              <a:rPr lang="ja-JP" altLang="en-US" sz="2400" b="1" dirty="0">
                <a:solidFill>
                  <a:srgbClr val="6A9955"/>
                </a:solidFill>
                <a:latin typeface="+mn-ea"/>
                <a:ea typeface="BIZ UDPGothic" panose="020B0400000000000000" pitchFamily="50" charset="-128"/>
                <a:cs typeface="Cascadia Code" panose="020B0609020000020004" pitchFamily="49" charset="0"/>
              </a:rPr>
              <a:t>追加</a:t>
            </a:r>
            <a:endParaRPr lang="ja-JP" altLang="en-US" sz="2400" b="1" dirty="0"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.push_back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ja-JP" altLang="en-US" sz="2400" b="1" dirty="0">
                <a:solidFill>
                  <a:srgbClr val="BFDAB1"/>
                </a:solidFill>
                <a:latin typeface="+mn-ea"/>
                <a:cs typeface="Cascadia Code" panose="020B0609020000020004" pitchFamily="49" charset="0"/>
              </a:rPr>
              <a:t>値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.insert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ja-JP" altLang="en-US" sz="2400" b="1" dirty="0">
                <a:solidFill>
                  <a:srgbClr val="9FD9F5"/>
                </a:solidFill>
                <a:latin typeface="+mn-ea"/>
                <a:cs typeface="Cascadia Code" panose="020B0609020000020004" pitchFamily="49" charset="0"/>
              </a:rPr>
              <a:t>位置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ja-JP" altLang="en-US" sz="2400" b="1" dirty="0">
                <a:solidFill>
                  <a:srgbClr val="BFDAB1"/>
                </a:solidFill>
                <a:latin typeface="+mn-ea"/>
                <a:cs typeface="Cascadia Code" panose="020B0609020000020004" pitchFamily="49" charset="0"/>
              </a:rPr>
              <a:t>値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i="0" u="none" strike="noStrike" dirty="0">
                <a:solidFill>
                  <a:srgbClr val="6A9955"/>
                </a:solidFill>
                <a:effectLst/>
                <a:latin typeface="Cascadia Code" panose="020B0609020000020004" pitchFamily="49" charset="0"/>
                <a:ea typeface="BIZ UDPGothic" panose="020B0400000000000000" pitchFamily="50" charset="-128"/>
                <a:cs typeface="Cascadia Code" panose="020B0609020000020004" pitchFamily="49" charset="0"/>
              </a:rPr>
              <a:t>// </a:t>
            </a:r>
            <a:r>
              <a:rPr lang="ja-JP" altLang="en-US" sz="2400" b="1" i="0" u="none" strike="noStrike" dirty="0">
                <a:solidFill>
                  <a:srgbClr val="6A9955"/>
                </a:solidFill>
                <a:effectLst/>
                <a:latin typeface="+mn-ea"/>
                <a:cs typeface="Cascadia Code" panose="020B0609020000020004" pitchFamily="49" charset="0"/>
              </a:rPr>
              <a:t>削除</a:t>
            </a:r>
            <a:endParaRPr lang="ja-JP" altLang="en-US" sz="2400" b="1" dirty="0">
              <a:effectLst/>
              <a:latin typeface="+mn-ea"/>
              <a:cs typeface="Cascadia Code" panose="020B0609020000020004" pitchFamily="49" charset="0"/>
            </a:endParaRPr>
          </a:p>
          <a:p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.pop_back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altLang="ja-JP" sz="2400" dirty="0" err="1">
                <a:solidFill>
                  <a:srgbClr val="9FD9F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altLang="ja-JP" sz="2400" dirty="0" err="1">
                <a:solidFill>
                  <a:srgbClr val="E8D69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.insert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ja-JP" altLang="en-US" sz="2400" b="1" dirty="0">
                <a:solidFill>
                  <a:srgbClr val="9FD9F5"/>
                </a:solidFill>
                <a:latin typeface="+mn-ea"/>
                <a:cs typeface="Cascadia Code" panose="020B0609020000020004" pitchFamily="49" charset="0"/>
              </a:rPr>
              <a:t>始点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ja-JP" altLang="en-US" sz="2400" b="1" dirty="0">
                <a:solidFill>
                  <a:srgbClr val="9FD9F5"/>
                </a:solidFill>
                <a:latin typeface="+mn-ea"/>
                <a:cs typeface="Cascadia Code" panose="020B0609020000020004" pitchFamily="49" charset="0"/>
              </a:rPr>
              <a:t>終点</a:t>
            </a:r>
            <a:r>
              <a:rPr lang="en-US" altLang="ja-JP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altLang="ja-JP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26B55FA8-D534-8640-9095-334B558C2174}"/>
              </a:ext>
            </a:extLst>
          </p:cNvPr>
          <p:cNvSpPr/>
          <p:nvPr/>
        </p:nvSpPr>
        <p:spPr>
          <a:xfrm>
            <a:off x="378421" y="2591388"/>
            <a:ext cx="1663173" cy="443497"/>
          </a:xfrm>
          <a:prstGeom prst="snip1Rect">
            <a:avLst>
              <a:gd name="adj" fmla="val 17673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コード例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C9D3660-9449-BBD5-FA02-C6C45C9BBBE3}"/>
              </a:ext>
            </a:extLst>
          </p:cNvPr>
          <p:cNvSpPr txBox="1"/>
          <p:nvPr/>
        </p:nvSpPr>
        <p:spPr>
          <a:xfrm>
            <a:off x="1794017" y="1523604"/>
            <a:ext cx="103332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の色んな文法</a:t>
            </a:r>
            <a:r>
              <a:rPr lang="en-US" altLang="ja-JP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– </a:t>
            </a:r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よく使うもの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84CED92-DD45-9958-5480-4EA142225D34}"/>
              </a:ext>
            </a:extLst>
          </p:cNvPr>
          <p:cNvSpPr txBox="1"/>
          <p:nvPr/>
        </p:nvSpPr>
        <p:spPr>
          <a:xfrm>
            <a:off x="6617789" y="2477033"/>
            <a:ext cx="6649057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よく使うものをまとめると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左の通りである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これ以外も構文は存在するが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特に使うものを集めた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リストについて、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できること</a:t>
            </a:r>
            <a:endParaRPr lang="en-US" altLang="ja-JP" sz="3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だけでも</a:t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覚えておくとよい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574E119-90B3-9464-18A7-9096C27859F9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0488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90ACC-D1C2-EF10-887A-B8F9A2D2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40FCCE6-F8B8-FE2D-EF3D-BFB10E9055C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5F64C104-E73B-482D-CF04-F7A241F2E6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C043F2FA-EB00-648C-A93D-DA12AB56DD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5EF6C52-BAF0-9FD1-56C4-22D2B430A1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17647A9-1205-1232-B5CF-0D238314EF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0C401A4C-5DEB-5C96-ED0D-825946E26F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58F86314-753D-78AA-8935-CFB7DF5155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5B697A37-00D7-6732-6E12-F48629C19D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A88CFE6-B65F-C7BE-92E9-23BC96937A5F}"/>
              </a:ext>
            </a:extLst>
          </p:cNvPr>
          <p:cNvSpPr txBox="1"/>
          <p:nvPr/>
        </p:nvSpPr>
        <p:spPr>
          <a:xfrm>
            <a:off x="2661739" y="201920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 dirty="0">
                <a:solidFill>
                  <a:schemeClr val="bg1"/>
                </a:solidFill>
              </a:rPr>
              <a:t>これからの勉強の仕方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3679ACB-EE72-CC07-44CA-B78B009F1735}"/>
              </a:ext>
            </a:extLst>
          </p:cNvPr>
          <p:cNvSpPr txBox="1"/>
          <p:nvPr/>
        </p:nvSpPr>
        <p:spPr>
          <a:xfrm>
            <a:off x="1794017" y="1523604"/>
            <a:ext cx="5947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やりたいこと別、進路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FE04E3-BCF1-2DD0-1C79-9B373DB42B3E}"/>
              </a:ext>
            </a:extLst>
          </p:cNvPr>
          <p:cNvSpPr txBox="1"/>
          <p:nvPr/>
        </p:nvSpPr>
        <p:spPr>
          <a:xfrm>
            <a:off x="875622" y="2383906"/>
            <a:ext cx="10669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1.C++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をもっと勉強したい</a:t>
            </a:r>
            <a:endParaRPr lang="en-US" altLang="ja-JP" sz="3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C90F88E-36A5-A7F9-14E3-463A2F40BFEF}"/>
              </a:ext>
            </a:extLst>
          </p:cNvPr>
          <p:cNvSpPr txBox="1"/>
          <p:nvPr/>
        </p:nvSpPr>
        <p:spPr>
          <a:xfrm>
            <a:off x="862873" y="3019237"/>
            <a:ext cx="106691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今回扱えなかった内容 ： 関数、クラスなどなど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個人で学ぶ場合、以下のようなサイト・本を閲覧するとよい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44746B7-043C-29CA-934D-47C172204E4C}"/>
              </a:ext>
            </a:extLst>
          </p:cNvPr>
          <p:cNvSpPr txBox="1"/>
          <p:nvPr/>
        </p:nvSpPr>
        <p:spPr>
          <a:xfrm>
            <a:off x="862873" y="4034022"/>
            <a:ext cx="434643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hlinkClick r:id="rId3"/>
              </a:rPr>
              <a:t>C++</a:t>
            </a:r>
            <a:r>
              <a:rPr lang="ja-JP" altLang="en-US" b="1" dirty="0">
                <a:hlinkClick r:id="rId3"/>
              </a:rPr>
              <a:t>入門 </a:t>
            </a:r>
            <a:r>
              <a:rPr lang="en-US" altLang="ja-JP" b="1" dirty="0" err="1">
                <a:hlinkClick r:id="rId3"/>
              </a:rPr>
              <a:t>AtCoder</a:t>
            </a:r>
            <a:r>
              <a:rPr lang="en-US" altLang="ja-JP" b="1" dirty="0">
                <a:hlinkClick r:id="rId3"/>
              </a:rPr>
              <a:t> Programming Guide for beginners (APG4b)</a:t>
            </a:r>
            <a:endParaRPr lang="en-US" altLang="ja-JP" b="1" dirty="0"/>
          </a:p>
          <a:p>
            <a:r>
              <a:rPr lang="en-US" altLang="ja-JP" sz="2000" dirty="0"/>
              <a:t>https://atcoder.jp/contests/APG4b</a:t>
            </a:r>
          </a:p>
          <a:p>
            <a:r>
              <a:rPr lang="en-US" altLang="ja-JP" sz="2000" dirty="0"/>
              <a:t>Python</a:t>
            </a:r>
            <a:r>
              <a:rPr lang="ja-JP" altLang="en-US" sz="2000" dirty="0"/>
              <a:t>などの多言語と比べ、</a:t>
            </a:r>
            <a:endParaRPr lang="en-US" altLang="ja-JP" sz="2000" dirty="0"/>
          </a:p>
          <a:p>
            <a:r>
              <a:rPr lang="ja-JP" altLang="en-US" sz="2000" dirty="0"/>
              <a:t>環境設定から大変なため、</a:t>
            </a:r>
            <a:endParaRPr lang="en-US" altLang="ja-JP" sz="2000" dirty="0"/>
          </a:p>
          <a:p>
            <a:r>
              <a:rPr lang="ja-JP" altLang="en-US" sz="2000" dirty="0"/>
              <a:t>サイトは少ないかも</a:t>
            </a:r>
            <a:endParaRPr lang="en-US" altLang="ja-JP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724B99-DD95-E5B9-D7EF-D42639B2E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015" y="4002943"/>
            <a:ext cx="1353524" cy="1920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CCD6407-7D95-F551-FBD0-2DFDC1D3F369}"/>
              </a:ext>
            </a:extLst>
          </p:cNvPr>
          <p:cNvSpPr txBox="1"/>
          <p:nvPr/>
        </p:nvSpPr>
        <p:spPr>
          <a:xfrm>
            <a:off x="7602572" y="4075072"/>
            <a:ext cx="434643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やさしい</a:t>
            </a:r>
            <a:r>
              <a:rPr lang="en-US" altLang="ja-JP" b="1" dirty="0"/>
              <a:t>C++</a:t>
            </a:r>
            <a:r>
              <a:rPr lang="ja-JP" altLang="en-US" b="1" dirty="0"/>
              <a:t>　第</a:t>
            </a:r>
            <a:r>
              <a:rPr lang="en-US" altLang="ja-JP" b="1" dirty="0"/>
              <a:t>5</a:t>
            </a:r>
            <a:r>
              <a:rPr lang="ja-JP" altLang="en-US" b="1" dirty="0"/>
              <a:t>版</a:t>
            </a:r>
            <a:endParaRPr lang="en-US" altLang="ja-JP" b="1" dirty="0"/>
          </a:p>
          <a:p>
            <a:r>
              <a:rPr lang="en-US" altLang="ja-JP" sz="2000" dirty="0"/>
              <a:t>C++</a:t>
            </a:r>
            <a:r>
              <a:rPr lang="ja-JP" altLang="en-US" sz="2000" dirty="0"/>
              <a:t>の入門書。</a:t>
            </a:r>
            <a:r>
              <a:rPr lang="en-US" altLang="ja-JP" sz="2000" dirty="0"/>
              <a:t>C++</a:t>
            </a:r>
            <a:r>
              <a:rPr lang="ja-JP" altLang="en-US" sz="2000" dirty="0"/>
              <a:t>特有のポインタ・参照、</a:t>
            </a:r>
            <a:r>
              <a:rPr lang="en-US" altLang="ja-JP" sz="2000" dirty="0"/>
              <a:t>template</a:t>
            </a:r>
            <a:r>
              <a:rPr lang="ja-JP" altLang="en-US" sz="2000" dirty="0"/>
              <a:t>、演算子のオーバーロード等も書いてある。</a:t>
            </a:r>
            <a:endParaRPr lang="en-US" altLang="ja-JP" sz="2000" dirty="0"/>
          </a:p>
          <a:p>
            <a:r>
              <a:rPr lang="en-US" altLang="ja-JP" sz="2000" dirty="0"/>
              <a:t>vector</a:t>
            </a:r>
            <a:r>
              <a:rPr lang="ja-JP" altLang="en-US" sz="2000" dirty="0"/>
              <a:t>等は詳しくは載っていない</a:t>
            </a:r>
            <a:endParaRPr lang="en-US" altLang="ja-JP" sz="2000" dirty="0"/>
          </a:p>
          <a:p>
            <a:endParaRPr lang="en-US" altLang="ja-JP" sz="20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893B67C-EA99-0FAD-BE75-9A65A7C72F46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5057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E939-1729-123F-2252-6CFA584B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0FEBD82-5BC7-83EE-B23F-4F8E7194217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3C4FE6F-CD06-4097-13E5-5739BB5723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C369C07-4929-50FF-C1BE-22E8597931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48B21E7-C6E2-DACC-D5EB-D639734A75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670E31A-AAB4-EA45-D0C9-D609E50149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6244AB3-ABB1-5F43-9AD5-6AA46C0CDE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36AD9D49-114B-D6DD-8045-ADA419203B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806E0B65-471A-F323-C3E7-89F286DE91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C9FF7F-9213-A2BE-728F-51F12DFE21F9}"/>
              </a:ext>
            </a:extLst>
          </p:cNvPr>
          <p:cNvSpPr txBox="1"/>
          <p:nvPr/>
        </p:nvSpPr>
        <p:spPr>
          <a:xfrm>
            <a:off x="393051" y="-143917"/>
            <a:ext cx="18473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115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FC5B10A-AD27-AE75-F007-D982548771DD}"/>
              </a:ext>
            </a:extLst>
          </p:cNvPr>
          <p:cNvSpPr txBox="1"/>
          <p:nvPr/>
        </p:nvSpPr>
        <p:spPr>
          <a:xfrm>
            <a:off x="2661739" y="201920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 dirty="0">
                <a:solidFill>
                  <a:schemeClr val="bg1"/>
                </a:solidFill>
              </a:rPr>
              <a:t>これからの勉強の仕方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147AABE-0843-6634-CA5A-A8B17CA8AAD4}"/>
              </a:ext>
            </a:extLst>
          </p:cNvPr>
          <p:cNvSpPr txBox="1"/>
          <p:nvPr/>
        </p:nvSpPr>
        <p:spPr>
          <a:xfrm>
            <a:off x="1794017" y="1523604"/>
            <a:ext cx="5947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やりたいこと別、進路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94E6D7-F7DA-DB2D-F582-51AD9CC4AB90}"/>
              </a:ext>
            </a:extLst>
          </p:cNvPr>
          <p:cNvSpPr txBox="1"/>
          <p:nvPr/>
        </p:nvSpPr>
        <p:spPr>
          <a:xfrm>
            <a:off x="875622" y="2383906"/>
            <a:ext cx="10669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2.C++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以外の言語に触れたい</a:t>
            </a:r>
            <a:endParaRPr lang="en-US" altLang="ja-JP" sz="3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4BE981E-E4EA-0B39-4479-745149097AAA}"/>
              </a:ext>
            </a:extLst>
          </p:cNvPr>
          <p:cNvSpPr txBox="1"/>
          <p:nvPr/>
        </p:nvSpPr>
        <p:spPr>
          <a:xfrm>
            <a:off x="862873" y="2975169"/>
            <a:ext cx="106691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今回扱えなかった内容 ： 関数、クラスなどなど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一度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で上記の内容をわかってから、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以外の言語をすると、飲み込みが早いと思う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80A11F1-8BB3-396D-E9B1-A6EA9F8290E7}"/>
              </a:ext>
            </a:extLst>
          </p:cNvPr>
          <p:cNvSpPr txBox="1"/>
          <p:nvPr/>
        </p:nvSpPr>
        <p:spPr>
          <a:xfrm>
            <a:off x="817356" y="4352196"/>
            <a:ext cx="9516002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dirty="0">
                <a:hlinkClick r:id="rId3"/>
              </a:rPr>
              <a:t>P</a:t>
            </a:r>
            <a:r>
              <a:rPr lang="en-US" altLang="ja-JP" b="1" dirty="0">
                <a:hlinkClick r:id="rId3"/>
              </a:rPr>
              <a:t>ython</a:t>
            </a:r>
            <a:r>
              <a:rPr lang="ja-JP" altLang="en-US" b="1" dirty="0">
                <a:hlinkClick r:id="rId3"/>
              </a:rPr>
              <a:t>入門 </a:t>
            </a:r>
            <a:r>
              <a:rPr lang="en-US" altLang="ja-JP" b="1" dirty="0" err="1">
                <a:hlinkClick r:id="rId3"/>
              </a:rPr>
              <a:t>AtCoder</a:t>
            </a:r>
            <a:r>
              <a:rPr lang="en-US" altLang="ja-JP" b="1" dirty="0">
                <a:hlinkClick r:id="rId3"/>
              </a:rPr>
              <a:t> Programming Guide for beginners (APG4bPython)</a:t>
            </a:r>
            <a:endParaRPr lang="en-US" altLang="ja-JP" b="1" dirty="0"/>
          </a:p>
          <a:p>
            <a:r>
              <a:rPr lang="en-US" altLang="ja-JP" sz="1600" dirty="0"/>
              <a:t>https://atcoder.jp/contests/APG4bPython</a:t>
            </a:r>
            <a:br>
              <a:rPr lang="en-US" altLang="ja-JP" sz="1600" dirty="0"/>
            </a:br>
            <a:r>
              <a:rPr lang="ja-JP" altLang="en-US" b="1" dirty="0">
                <a:hlinkClick r:id="rId4"/>
              </a:rPr>
              <a:t>初心者向け</a:t>
            </a:r>
            <a:r>
              <a:rPr lang="en-US" altLang="ja-JP" b="1" dirty="0">
                <a:hlinkClick r:id="rId4"/>
              </a:rPr>
              <a:t>HTML</a:t>
            </a:r>
            <a:r>
              <a:rPr lang="ja-JP" altLang="en-US" b="1" dirty="0">
                <a:hlinkClick r:id="rId4"/>
              </a:rPr>
              <a:t>入門：書き方の基本とタグの使い方</a:t>
            </a:r>
            <a:br>
              <a:rPr lang="en-US" altLang="ja-JP" dirty="0"/>
            </a:br>
            <a:r>
              <a:rPr lang="en-US" altLang="ja-JP" sz="1600" dirty="0"/>
              <a:t>https://saruwakakun.com/html-css/basic/html</a:t>
            </a:r>
          </a:p>
          <a:p>
            <a:r>
              <a:rPr lang="en-US" altLang="ja-JP" b="1" dirty="0">
                <a:hlinkClick r:id="rId5"/>
              </a:rPr>
              <a:t>HTML: </a:t>
            </a:r>
            <a:r>
              <a:rPr lang="ja-JP" altLang="en-US" b="1" dirty="0">
                <a:hlinkClick r:id="rId5"/>
              </a:rPr>
              <a:t>ハイパーテキストマークアップ言語 </a:t>
            </a:r>
            <a:r>
              <a:rPr lang="en-US" altLang="ja-JP" b="1" dirty="0">
                <a:hlinkClick r:id="rId5"/>
              </a:rPr>
              <a:t>| MDN</a:t>
            </a:r>
            <a:endParaRPr lang="en-US" altLang="ja-JP" b="1" dirty="0"/>
          </a:p>
          <a:p>
            <a:r>
              <a:rPr lang="en-US" altLang="ja-JP" sz="1600" dirty="0"/>
              <a:t>https://developer.mozilla.org/ja/docs/Web/HTML</a:t>
            </a:r>
          </a:p>
          <a:p>
            <a:r>
              <a:rPr lang="ja-JP" altLang="en-US" sz="2000" b="1" dirty="0">
                <a:solidFill>
                  <a:schemeClr val="accent2"/>
                </a:solidFill>
              </a:rPr>
              <a:t>各言語名</a:t>
            </a:r>
            <a:r>
              <a:rPr lang="en-US" altLang="ja-JP" sz="2000" b="1" dirty="0">
                <a:solidFill>
                  <a:schemeClr val="accent2"/>
                </a:solidFill>
              </a:rPr>
              <a:t>+”</a:t>
            </a:r>
            <a:r>
              <a:rPr lang="ja-JP" altLang="en-US" sz="2000" b="1" dirty="0">
                <a:solidFill>
                  <a:schemeClr val="accent2"/>
                </a:solidFill>
              </a:rPr>
              <a:t>入門</a:t>
            </a:r>
            <a:r>
              <a:rPr lang="en-US" altLang="ja-JP" sz="2000" b="1" dirty="0">
                <a:solidFill>
                  <a:schemeClr val="accent2"/>
                </a:solidFill>
              </a:rPr>
              <a:t>”</a:t>
            </a:r>
            <a:r>
              <a:rPr lang="ja-JP" altLang="en-US" sz="2000" b="1" dirty="0">
                <a:solidFill>
                  <a:schemeClr val="accent2"/>
                </a:solidFill>
              </a:rPr>
              <a:t>とかで調べる</a:t>
            </a:r>
            <a:r>
              <a:rPr lang="ja-JP" altLang="en-US" sz="2000" b="1" dirty="0"/>
              <a:t>となんか出てくると思う</a:t>
            </a:r>
            <a:endParaRPr lang="en-US" altLang="ja-JP" sz="20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D03A69-8B95-91F1-32AE-BC10D9869E6D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9728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7A5E-B9E7-4824-FAAF-FF536E587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AAEFB72-84D6-AC41-1BD6-3C4FB98F5F2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D4A85E1-4A13-4BF3-773B-B921265982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DE36BFD2-160F-7E3D-00A5-52181CB100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094A9968-F052-5930-2D94-0DB7DE2898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ED01298-0C82-597D-2ABA-90A275C888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18D87D3-972C-4A13-4308-E413E741B2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A2DE0382-43FC-6931-F5FD-4817A52D0F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F3A4074-02A6-C37E-4CAE-F767A12D9F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B548FA6-03C9-F87B-53C4-28AB93B35D69}"/>
              </a:ext>
            </a:extLst>
          </p:cNvPr>
          <p:cNvSpPr txBox="1"/>
          <p:nvPr/>
        </p:nvSpPr>
        <p:spPr>
          <a:xfrm>
            <a:off x="2661739" y="201920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 dirty="0">
                <a:solidFill>
                  <a:schemeClr val="bg1"/>
                </a:solidFill>
              </a:rPr>
              <a:t>これからの勉強の仕方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DCC89D-EFC0-E33B-57C0-CA101DA07EDB}"/>
              </a:ext>
            </a:extLst>
          </p:cNvPr>
          <p:cNvSpPr txBox="1"/>
          <p:nvPr/>
        </p:nvSpPr>
        <p:spPr>
          <a:xfrm>
            <a:off x="1794017" y="1523604"/>
            <a:ext cx="5947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やりたいこと別、進路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524299-B7E3-AAE5-A88F-F3C49C703ED3}"/>
              </a:ext>
            </a:extLst>
          </p:cNvPr>
          <p:cNvSpPr txBox="1"/>
          <p:nvPr/>
        </p:nvSpPr>
        <p:spPr>
          <a:xfrm>
            <a:off x="875622" y="2383906"/>
            <a:ext cx="10669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ゲームを作りたい</a:t>
            </a:r>
            <a:endParaRPr lang="en-US" altLang="ja-JP" sz="3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9548B4-944E-2CE9-3C5E-6B508A3949B5}"/>
              </a:ext>
            </a:extLst>
          </p:cNvPr>
          <p:cNvSpPr txBox="1"/>
          <p:nvPr/>
        </p:nvSpPr>
        <p:spPr>
          <a:xfrm>
            <a:off x="862873" y="2975169"/>
            <a:ext cx="106691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Unity, UnrealEngine5, 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エンジンを使わない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, 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など、、、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それにあった言語を学びつつ触ってみれるはず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2C6C2B2-6E47-7D91-D4C9-EDFAC3B3CD42}"/>
              </a:ext>
            </a:extLst>
          </p:cNvPr>
          <p:cNvSpPr txBox="1"/>
          <p:nvPr/>
        </p:nvSpPr>
        <p:spPr>
          <a:xfrm>
            <a:off x="817356" y="4093252"/>
            <a:ext cx="9516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dirty="0">
                <a:solidFill>
                  <a:schemeClr val="accent2"/>
                </a:solidFill>
              </a:rPr>
              <a:t>この辺りは書籍がよい</a:t>
            </a:r>
            <a:endParaRPr lang="en-US" altLang="ja-JP" sz="2000" b="1" dirty="0">
              <a:solidFill>
                <a:schemeClr val="accent2"/>
              </a:solidFill>
            </a:endParaRPr>
          </a:p>
          <a:p>
            <a:r>
              <a:rPr lang="ja-JP" altLang="en-US" sz="2000" dirty="0"/>
              <a:t>いろいろ調べたり、</a:t>
            </a:r>
            <a:endParaRPr lang="en-US" altLang="ja-JP" sz="2000" dirty="0"/>
          </a:p>
          <a:p>
            <a:r>
              <a:rPr lang="ja-JP" altLang="en-US" sz="2000" dirty="0"/>
              <a:t>本屋で実際に見たり：</a:t>
            </a:r>
            <a:endParaRPr lang="en-US" altLang="ja-JP" sz="2000" dirty="0"/>
          </a:p>
        </p:txBody>
      </p:sp>
      <p:pic>
        <p:nvPicPr>
          <p:cNvPr id="17" name="Picture 2" descr="Unityの教科書 Unity 6完全対応版">
            <a:extLst>
              <a:ext uri="{FF2B5EF4-FFF2-40B4-BE49-F238E27FC236}">
                <a16:creationId xmlns:a16="http://schemas.microsoft.com/office/drawing/2014/main" id="{423CB238-53E8-5236-4594-0D478B5C9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864" y="4093252"/>
            <a:ext cx="1500171" cy="1912568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ity［超］入門">
            <a:extLst>
              <a:ext uri="{FF2B5EF4-FFF2-40B4-BE49-F238E27FC236}">
                <a16:creationId xmlns:a16="http://schemas.microsoft.com/office/drawing/2014/main" id="{3E3FC314-837B-1ABE-5234-60B7A139F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392" y="4093252"/>
            <a:ext cx="1500171" cy="1912568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real Engine 5で極めるゲーム開発：サンプルデータと動画で学ぶゲーム制作プロジェクト">
            <a:extLst>
              <a:ext uri="{FF2B5EF4-FFF2-40B4-BE49-F238E27FC236}">
                <a16:creationId xmlns:a16="http://schemas.microsoft.com/office/drawing/2014/main" id="{A86297AE-8808-7248-92E2-F78831C1B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43" y="4093250"/>
            <a:ext cx="1356729" cy="191256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476F7B-E0F3-39D7-AF03-36EC5C9154DE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589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84950-1589-1584-666C-DEFB01BB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16D09E9F-D747-0BE2-D313-33932FCCDC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2" b="7889"/>
          <a:stretch/>
        </p:blipFill>
        <p:spPr>
          <a:xfrm>
            <a:off x="8793017" y="1168367"/>
            <a:ext cx="3187133" cy="1791144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DCCFEC4-73F0-4F0A-D4FF-3444889B400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FC217FC-27E3-A757-44AB-70B71A949A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17B00E6A-352E-59C7-3F6C-BAF44DD529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87AEE2B0-8A0E-9D7E-2A5F-E2C1514F17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6047373-91CE-B544-4262-5AB87737AD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7329756-AA4A-585D-FAAB-0BE5CF3DF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3AEFD912-08FC-0A31-F08F-51A0023027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4BEE983F-CAE2-E21D-AB17-F5EBA519A3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01CB299-85BA-1940-6685-96C19C4ADA47}"/>
              </a:ext>
            </a:extLst>
          </p:cNvPr>
          <p:cNvSpPr txBox="1"/>
          <p:nvPr/>
        </p:nvSpPr>
        <p:spPr>
          <a:xfrm>
            <a:off x="2661739" y="201920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 dirty="0">
                <a:solidFill>
                  <a:schemeClr val="bg1"/>
                </a:solidFill>
              </a:rPr>
              <a:t>これからの勉強の仕方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0326F5-7A60-38CE-FE5E-7C244865EB25}"/>
              </a:ext>
            </a:extLst>
          </p:cNvPr>
          <p:cNvSpPr txBox="1"/>
          <p:nvPr/>
        </p:nvSpPr>
        <p:spPr>
          <a:xfrm>
            <a:off x="1794017" y="1523604"/>
            <a:ext cx="5947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やりたいこと別、進路</a:t>
            </a:r>
            <a:endParaRPr lang="en-US" altLang="ja-JP" sz="4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FECDA3-84B5-D0DA-2FD8-B27CFA12F33E}"/>
              </a:ext>
            </a:extLst>
          </p:cNvPr>
          <p:cNvSpPr txBox="1"/>
          <p:nvPr/>
        </p:nvSpPr>
        <p:spPr>
          <a:xfrm>
            <a:off x="875622" y="2383906"/>
            <a:ext cx="10669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4.</a:t>
            </a:r>
            <a:r>
              <a:rPr lang="ja-JP" altLang="en-US" sz="3200" b="1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競技プログラミング</a:t>
            </a:r>
            <a:endParaRPr lang="en-US" altLang="ja-JP" sz="3200" b="1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915516C-6ADB-9C3D-0DE5-C66AE2F07DA1}"/>
              </a:ext>
            </a:extLst>
          </p:cNvPr>
          <p:cNvSpPr txBox="1"/>
          <p:nvPr/>
        </p:nvSpPr>
        <p:spPr>
          <a:xfrm>
            <a:off x="862873" y="2975169"/>
            <a:ext cx="106691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先ほど解いたような問題をいかに早く、正確に解けるかを競う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3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ABC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｜</a:t>
            </a:r>
            <a:r>
              <a:rPr lang="en-US" altLang="ja-JP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Atcoder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というサイトで、毎週土曜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21:00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～にコンテストが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開催され、初心者でも数問解けるはず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JOI(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日本情報オリンピック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｜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科学オリンピックの一つ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5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教材は各言語の入門等で良い。</a:t>
            </a:r>
            <a:endParaRPr lang="en-US" altLang="ja-JP" sz="1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26" name="Picture 2" descr="競技プログラミングの鉄則 | マイナビブックス">
            <a:extLst>
              <a:ext uri="{FF2B5EF4-FFF2-40B4-BE49-F238E27FC236}">
                <a16:creationId xmlns:a16="http://schemas.microsoft.com/office/drawing/2014/main" id="{43E13F8F-F6CD-808F-D04B-63353985A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9705" y="3456332"/>
            <a:ext cx="1590446" cy="204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673A406-FF17-DBA8-2DE1-48FDD8AF02D1}"/>
              </a:ext>
            </a:extLst>
          </p:cNvPr>
          <p:cNvSpPr txBox="1"/>
          <p:nvPr/>
        </p:nvSpPr>
        <p:spPr>
          <a:xfrm>
            <a:off x="875622" y="5416299"/>
            <a:ext cx="10669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C++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が中級程度になれば「競技プログラミングの鉄則」という本がおすすめ↑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なおこの本の筆者の</a:t>
            </a:r>
            <a:r>
              <a:rPr lang="en-US" altLang="ja-JP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Qiita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も参考になるかも </a:t>
            </a:r>
            <a:r>
              <a:rPr lang="en-US" altLang="ja-JP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https://qiita.com/e869120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D141555-027F-9994-89D0-D707C153F104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420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3603-74C9-8231-A5FD-1EABBE72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17E47BD-5AA5-34AE-01CA-04F6E117BA0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898799" y="-2214804"/>
            <a:ext cx="16279917" cy="9578450"/>
            <a:chOff x="-1898799" y="-2214804"/>
            <a:chExt cx="16279917" cy="957845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5CD97FC3-D32E-11DB-213C-FF3F8DAA2F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98799" y="-1809943"/>
              <a:ext cx="4230486" cy="4141773"/>
            </a:xfrm>
            <a:prstGeom prst="ellipse">
              <a:avLst/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077DB467-217E-B88A-0806-4027971D62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668574" y="-1951532"/>
              <a:ext cx="4230486" cy="4141773"/>
            </a:xfrm>
            <a:prstGeom prst="ellipse">
              <a:avLst/>
            </a:prstGeom>
            <a:solidFill>
              <a:srgbClr val="3475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0188C27-6DA4-86EB-22A2-D0B09599D2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533731" y="-2214804"/>
              <a:ext cx="4230486" cy="4141773"/>
            </a:xfrm>
            <a:prstGeom prst="ellipse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A50D5F1-181E-D530-1A56-62F41A9F86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463858" y="0"/>
              <a:ext cx="12899254" cy="1028700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62373E1-27DF-23D0-457B-C416C4E17D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563461" y="6316921"/>
              <a:ext cx="12899254" cy="832528"/>
            </a:xfrm>
            <a:prstGeom prst="rect">
              <a:avLst/>
            </a:prstGeom>
            <a:solidFill>
              <a:srgbClr val="61B2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四角形: 対角を切り取る 5">
              <a:extLst>
                <a:ext uri="{FF2B5EF4-FFF2-40B4-BE49-F238E27FC236}">
                  <a16:creationId xmlns:a16="http://schemas.microsoft.com/office/drawing/2014/main" id="{1CFB2B66-5E09-3F59-3DCC-047AD3546C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75790" y="5889137"/>
              <a:ext cx="4605328" cy="1474509"/>
            </a:xfrm>
            <a:prstGeom prst="snip2DiagRect">
              <a:avLst>
                <a:gd name="adj1" fmla="val 50000"/>
                <a:gd name="adj2" fmla="val 0"/>
              </a:avLst>
            </a:prstGeom>
            <a:solidFill>
              <a:srgbClr val="81C2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53A436DA-1B76-FE6F-DDB6-4A59CA76E1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63783" y="-1946694"/>
              <a:ext cx="4230486" cy="4141773"/>
            </a:xfrm>
            <a:prstGeom prst="ellipse">
              <a:avLst/>
            </a:prstGeom>
            <a:solidFill>
              <a:srgbClr val="4495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3A23FC-D635-9E99-43A1-499D6A5BE88A}"/>
              </a:ext>
            </a:extLst>
          </p:cNvPr>
          <p:cNvSpPr txBox="1"/>
          <p:nvPr/>
        </p:nvSpPr>
        <p:spPr>
          <a:xfrm>
            <a:off x="2661739" y="201920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b="1" dirty="0">
                <a:solidFill>
                  <a:schemeClr val="bg1"/>
                </a:solidFill>
              </a:rPr>
              <a:t>これからの勉強の仕方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584D853-6659-B41D-B6F6-F47E6C34A840}"/>
              </a:ext>
            </a:extLst>
          </p:cNvPr>
          <p:cNvSpPr txBox="1"/>
          <p:nvPr/>
        </p:nvSpPr>
        <p:spPr>
          <a:xfrm>
            <a:off x="880803" y="2207459"/>
            <a:ext cx="1066919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この講座はプログラミングを学ぶ最初の一歩の手助けを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する目的で制作しました。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0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この講座を通し、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あなたにとってプログラミングは距離を置く対象ではなく、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より挑戦していきたい分野であることを願います。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短い間でしたが、受講ありがとうございました。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D47156-0B57-5A24-0B79-EB378A5214F8}"/>
              </a:ext>
            </a:extLst>
          </p:cNvPr>
          <p:cNvSpPr txBox="1"/>
          <p:nvPr/>
        </p:nvSpPr>
        <p:spPr>
          <a:xfrm>
            <a:off x="393051" y="-143917"/>
            <a:ext cx="13051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2019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7338</Words>
  <Application>Microsoft Office PowerPoint</Application>
  <PresentationFormat>ワイド画面</PresentationFormat>
  <Paragraphs>1378</Paragraphs>
  <Slides>87</Slides>
  <Notes>79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87</vt:i4>
      </vt:variant>
    </vt:vector>
  </HeadingPairs>
  <TitlesOfParts>
    <vt:vector size="96" baseType="lpstr">
      <vt:lpstr>BIZ UDPゴシック</vt:lpstr>
      <vt:lpstr>BIZ UDPゴシック</vt:lpstr>
      <vt:lpstr>HG丸ｺﾞｼｯｸM-PRO</vt:lpstr>
      <vt:lpstr>游ゴシック</vt:lpstr>
      <vt:lpstr>游ゴシック Light</vt:lpstr>
      <vt:lpstr>Arial</vt:lpstr>
      <vt:lpstr>Cascadia Code</vt:lpstr>
      <vt:lpstr>Cascadia Code SemiBold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武蔵附属_2023015965</dc:creator>
  <cp:lastModifiedBy>武蔵附属_2023016056</cp:lastModifiedBy>
  <cp:revision>3</cp:revision>
  <dcterms:created xsi:type="dcterms:W3CDTF">2025-09-26T07:05:27Z</dcterms:created>
  <dcterms:modified xsi:type="dcterms:W3CDTF">2026-03-04T11:19:11Z</dcterms:modified>
</cp:coreProperties>
</file>